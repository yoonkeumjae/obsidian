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5447" r:id="rId1"/>
    <p:sldMasterId id="2147485551" r:id="rId2"/>
  </p:sldMasterIdLst>
  <p:notesMasterIdLst>
    <p:notesMasterId r:id="rId21"/>
  </p:notesMasterIdLst>
  <p:handoutMasterIdLst>
    <p:handoutMasterId r:id="rId22"/>
  </p:handoutMasterIdLst>
  <p:sldIdLst>
    <p:sldId id="2147479495" r:id="rId3"/>
    <p:sldId id="2147483647" r:id="rId4"/>
    <p:sldId id="276" r:id="rId5"/>
    <p:sldId id="2147482812" r:id="rId6"/>
    <p:sldId id="256" r:id="rId7"/>
    <p:sldId id="257" r:id="rId8"/>
    <p:sldId id="267" r:id="rId9"/>
    <p:sldId id="266" r:id="rId10"/>
    <p:sldId id="310" r:id="rId11"/>
    <p:sldId id="264" r:id="rId12"/>
    <p:sldId id="262" r:id="rId13"/>
    <p:sldId id="265" r:id="rId14"/>
    <p:sldId id="259" r:id="rId15"/>
    <p:sldId id="258" r:id="rId16"/>
    <p:sldId id="260" r:id="rId17"/>
    <p:sldId id="261" r:id="rId18"/>
    <p:sldId id="279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EA70"/>
    <a:srgbClr val="8660C5"/>
    <a:srgbClr val="F5F3F6"/>
    <a:srgbClr val="FFE399"/>
    <a:srgbClr val="D5EC8E"/>
    <a:srgbClr val="FF5B38"/>
    <a:srgbClr val="091F2C"/>
    <a:srgbClr val="288AC4"/>
    <a:srgbClr val="3A4953"/>
    <a:srgbClr val="4D36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74F54-CBCE-394F-9993-796E7C32CF67}" v="382" dt="2025-02-08T08:17:39.968"/>
    <p1510:client id="{C615252E-C83F-4D1D-8583-F2FF25EBDCB1}" v="1300" dt="2025-02-09T05:03:20.9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24"/>
    <p:restoredTop sz="78140" autoAdjust="0"/>
  </p:normalViewPr>
  <p:slideViewPr>
    <p:cSldViewPr snapToGrid="0">
      <p:cViewPr varScale="1">
        <p:scale>
          <a:sx n="117" d="100"/>
          <a:sy n="117" d="100"/>
        </p:scale>
        <p:origin x="304" y="168"/>
      </p:cViewPr>
      <p:guideLst/>
    </p:cSldViewPr>
  </p:slideViewPr>
  <p:outlineViewPr>
    <p:cViewPr>
      <p:scale>
        <a:sx n="33" d="100"/>
        <a:sy n="33" d="100"/>
      </p:scale>
      <p:origin x="0" y="-363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2/18/25 12:05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이번 실습 진행을 맡은 강사 윤금재 </a:t>
            </a:r>
            <a:r>
              <a:rPr lang="ko-KR" altLang="en-US" dirty="0" err="1"/>
              <a:t>라고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C61DAB-D93E-49CA-B245-379601CFE8D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2/18/25 12:05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8508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실습에서는 </a:t>
            </a:r>
            <a:r>
              <a:rPr lang="ko-KR" altLang="en-US" dirty="0" err="1"/>
              <a:t>시맨틱</a:t>
            </a:r>
            <a:r>
              <a:rPr lang="ko-KR" altLang="en-US" dirty="0"/>
              <a:t> 커널에 </a:t>
            </a:r>
            <a:r>
              <a:rPr lang="ko-KR" altLang="en-US" dirty="0" err="1"/>
              <a:t>깃허브</a:t>
            </a:r>
            <a:r>
              <a:rPr lang="ko-KR" altLang="en-US" dirty="0"/>
              <a:t> 모델</a:t>
            </a:r>
            <a:r>
              <a:rPr lang="en-US" altLang="ko-KR" dirty="0"/>
              <a:t>,</a:t>
            </a:r>
            <a:r>
              <a:rPr lang="ko-KR" altLang="en-US" dirty="0"/>
              <a:t> 구글 </a:t>
            </a:r>
            <a:r>
              <a:rPr lang="ko-KR" altLang="en-US" dirty="0" err="1"/>
              <a:t>제미나이를</a:t>
            </a:r>
            <a:r>
              <a:rPr lang="ko-KR" altLang="en-US" dirty="0"/>
              <a:t> 연결하고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콘솔 앱에서 결과가 어떻게 나오는지 확인해보도록 하겠습니다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8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시맨틱</a:t>
            </a:r>
            <a:r>
              <a:rPr lang="ko-KR" altLang="en-US" dirty="0"/>
              <a:t> 커널이 무엇인지 저스틴님께서 잘 </a:t>
            </a:r>
            <a:r>
              <a:rPr lang="ko-KR" altLang="en-US" dirty="0" err="1"/>
              <a:t>설명해주셨습니다만</a:t>
            </a:r>
            <a:r>
              <a:rPr lang="en-US" altLang="ko-KR" dirty="0"/>
              <a:t>,</a:t>
            </a:r>
            <a:r>
              <a:rPr lang="ko-KR" altLang="en-US" dirty="0"/>
              <a:t> 다시 한번 짚고 넘어가겠습니다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28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시맨틱</a:t>
            </a:r>
            <a:r>
              <a:rPr lang="ko-KR" altLang="en-US" dirty="0"/>
              <a:t> 커널의 사전적인 정의와 </a:t>
            </a:r>
            <a:r>
              <a:rPr lang="ko-KR" altLang="en-US" dirty="0" err="1"/>
              <a:t>시맨틱</a:t>
            </a:r>
            <a:r>
              <a:rPr lang="ko-KR" altLang="en-US" dirty="0"/>
              <a:t> 커널 로고가 보이네요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정의를 한국어로 해설해보면 다음과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시멘틱</a:t>
            </a:r>
            <a:r>
              <a:rPr lang="ko-KR" altLang="en-US" dirty="0"/>
              <a:t> 커널은 가볍습니다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오픈소스이며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앱에 </a:t>
            </a:r>
            <a:r>
              <a:rPr lang="en-US" altLang="ko-KR" dirty="0"/>
              <a:t>AI</a:t>
            </a:r>
            <a:r>
              <a:rPr lang="ko-KR" altLang="en-US" dirty="0" err="1"/>
              <a:t>를</a:t>
            </a:r>
            <a:r>
              <a:rPr lang="ko-KR" altLang="en-US" dirty="0"/>
              <a:t> 쉽게 추가할 수 있게 해주는 오케스트레이션 미들웨어입니다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(</a:t>
            </a:r>
            <a:r>
              <a:rPr lang="ko-KR" altLang="en-US" dirty="0"/>
              <a:t>그림에도 </a:t>
            </a:r>
            <a:r>
              <a:rPr lang="ko-KR" altLang="en-US" dirty="0" err="1"/>
              <a:t>나와있듯이</a:t>
            </a:r>
            <a:r>
              <a:rPr lang="en-US" altLang="ko-KR" dirty="0"/>
              <a:t>)</a:t>
            </a:r>
            <a:r>
              <a:rPr lang="ko-KR" altLang="en-US" dirty="0"/>
              <a:t> 파이썬 자바 닷넷을 지원하는 오케스트레이션 </a:t>
            </a:r>
            <a:r>
              <a:rPr lang="ko-KR" altLang="en-US" dirty="0" err="1"/>
              <a:t>미들웨어래요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아직까지는 감이 잘 안 오죠</a:t>
            </a:r>
            <a:r>
              <a:rPr lang="en-US" altLang="ko-KR" dirty="0"/>
              <a:t>.</a:t>
            </a:r>
            <a:r>
              <a:rPr lang="ko-KR" altLang="en-US" dirty="0"/>
              <a:t> 자세히 알아보겠습니다</a:t>
            </a:r>
            <a:r>
              <a:rPr lang="en-US" altLang="ko-KR" dirty="0"/>
              <a:t>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90426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15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8FC5-7D5A-6FFD-33A9-53A28CC3E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7A038-0AE1-1527-4DA4-F997B38AB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9B77F-C2EE-54E6-BC88-4D937773E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KR" dirty="0"/>
              <a:t>Orchastration</a:t>
            </a:r>
            <a:r>
              <a:rPr lang="ko-KR" altLang="en-US" dirty="0"/>
              <a:t>이 </a:t>
            </a:r>
            <a:r>
              <a:rPr lang="ko-KR" altLang="en-US" dirty="0" err="1"/>
              <a:t>뭔지</a:t>
            </a:r>
            <a:r>
              <a:rPr lang="ko-KR" altLang="en-US" dirty="0"/>
              <a:t> 아시나요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일단 오케스트라가 떠오릅니다</a:t>
            </a:r>
            <a:r>
              <a:rPr lang="en-US" altLang="ko-KR" dirty="0"/>
              <a:t>.</a:t>
            </a:r>
            <a:r>
              <a:rPr lang="ko-KR" altLang="en-US" dirty="0"/>
              <a:t> 어감이 비슷하잖아요 </a:t>
            </a:r>
            <a:r>
              <a:rPr lang="ko-KR" altLang="en-US" dirty="0" err="1"/>
              <a:t>ㅎㅎ</a:t>
            </a:r>
            <a:endParaRPr lang="en-US" altLang="ko-KR" dirty="0"/>
          </a:p>
          <a:p>
            <a:r>
              <a:rPr lang="ko-KR" altLang="en-US" dirty="0"/>
              <a:t>오케스트라는 지휘자가 있고</a:t>
            </a:r>
            <a:r>
              <a:rPr lang="en-US" altLang="ko-KR" dirty="0"/>
              <a:t>,</a:t>
            </a:r>
            <a:r>
              <a:rPr lang="ko-KR" altLang="en-US" dirty="0"/>
              <a:t> 이 지휘자의 지휘에 맞춰 여러 악기 연주자들이 연주를 하죠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KR" dirty="0"/>
          </a:p>
          <a:p>
            <a:r>
              <a:rPr lang="ko-KR" altLang="en-US" dirty="0" err="1"/>
              <a:t>시맨틱</a:t>
            </a:r>
            <a:r>
              <a:rPr lang="ko-KR" altLang="en-US" dirty="0"/>
              <a:t> 커널이 하는 역할도 오케스트라의 지휘자와 크게 다르지 않습니다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DA4A82C-755E-0916-61CC-7D70C171E57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0C04C-71AA-E115-34D7-E55776D521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37FCBEC-D7A9-D83B-108A-6E2AE87FD21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534E1-2251-1878-62E6-903F18013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52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3B8A-71C3-7AB6-9E18-DFFED78B5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76082-F936-8297-84E9-ABC9552AB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CE13B-DAB8-136A-3EFA-2A79185D6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시맨틱</a:t>
            </a:r>
            <a:r>
              <a:rPr lang="ko-KR" altLang="en-US" dirty="0"/>
              <a:t> 커널이 지휘를 하면</a:t>
            </a:r>
            <a:r>
              <a:rPr lang="en-US" altLang="ko-KR" dirty="0"/>
              <a:t>,</a:t>
            </a:r>
            <a:r>
              <a:rPr lang="ko-KR" altLang="en-US" dirty="0"/>
              <a:t> 여러 </a:t>
            </a:r>
            <a:r>
              <a:rPr lang="en-US" altLang="ko-KR" dirty="0"/>
              <a:t>LLM </a:t>
            </a:r>
            <a:r>
              <a:rPr lang="ko-KR" altLang="en-US" dirty="0"/>
              <a:t>모델들이 지휘에 맞춰 주어진 작업을 처리합니다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123DB61-6665-CC07-EA2C-D5606B5C11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23D6A-5822-EF4D-E51C-1CBC4EE230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7B26983-8B80-B8B2-EB47-FA742BD348A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CBD06-1C18-2FF6-19FF-FDBED94A4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24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39FD6-6E3D-A32A-FB5B-573AC355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D9D1D-116A-AA4A-9D92-68965B112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D9485-60A1-B7F4-6BAD-854E86C36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예를 들자면 이런 </a:t>
            </a:r>
            <a:r>
              <a:rPr lang="ko-KR" altLang="en-US" dirty="0" err="1"/>
              <a:t>식인거죠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너는 유튜브 영상을 요약하고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너는 요약된 내용을 자연스러운 한글로 번역하고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이 번역문을 문서의 적절한 위치에 추가 한 다음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문서의 앞 뒤 문맥이 자연스럽게 이어지게 다듬어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자</a:t>
            </a:r>
            <a:r>
              <a:rPr lang="en-US" altLang="ko-KR" dirty="0"/>
              <a:t>,</a:t>
            </a:r>
            <a:r>
              <a:rPr lang="ko-KR" altLang="en-US" dirty="0"/>
              <a:t> 그럼 이쯤에서 뭔가 의문점이 생기지 않나요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뭔가 머리속에 </a:t>
            </a:r>
            <a:r>
              <a:rPr lang="ko-KR" altLang="en-US" dirty="0" err="1"/>
              <a:t>떠오르는게</a:t>
            </a:r>
            <a:r>
              <a:rPr lang="ko-KR" altLang="en-US" dirty="0"/>
              <a:t> 있는 분이 계실까요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…</a:t>
            </a:r>
          </a:p>
          <a:p>
            <a:r>
              <a:rPr lang="ko-KR" altLang="en-US" dirty="0"/>
              <a:t>저는 처음 </a:t>
            </a:r>
            <a:r>
              <a:rPr lang="ko-KR" altLang="en-US" dirty="0" err="1"/>
              <a:t>시맨틱</a:t>
            </a:r>
            <a:r>
              <a:rPr lang="ko-KR" altLang="en-US" dirty="0"/>
              <a:t> 커널에 대해 들었을 </a:t>
            </a:r>
            <a:r>
              <a:rPr lang="ko-KR" altLang="en-US" dirty="0" err="1"/>
              <a:t>떄</a:t>
            </a:r>
            <a:r>
              <a:rPr lang="ko-KR" altLang="en-US" dirty="0"/>
              <a:t> 이런 생각이 들었습니다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그러면 </a:t>
            </a:r>
            <a:r>
              <a:rPr lang="ko-KR" altLang="en-US" dirty="0" err="1"/>
              <a:t>랭체인이랑</a:t>
            </a:r>
            <a:r>
              <a:rPr lang="ko-KR" altLang="en-US" dirty="0"/>
              <a:t> 뭐가 </a:t>
            </a:r>
            <a:r>
              <a:rPr lang="ko-KR" altLang="en-US" dirty="0" err="1"/>
              <a:t>다른건데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그냥 이미 있는 </a:t>
            </a:r>
            <a:r>
              <a:rPr lang="ko-KR" altLang="en-US" dirty="0" err="1"/>
              <a:t>랭체인</a:t>
            </a:r>
            <a:r>
              <a:rPr lang="ko-KR" altLang="en-US" dirty="0"/>
              <a:t> 쓰면 되지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시맨틱</a:t>
            </a:r>
            <a:r>
              <a:rPr lang="ko-KR" altLang="en-US" dirty="0"/>
              <a:t> 커널을 만든 이유가 뭐지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dirty="0"/>
          </a:p>
          <a:p>
            <a:endParaRPr lang="en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85F7489-19CC-71DE-5B7B-D0669321A22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DD55F-9030-7186-2ACA-C0EF8F538A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13319C-5B27-D677-1376-704457CA158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FBF70-4074-C785-2234-7FC74B406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9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5DE1B-8747-3F9C-E35D-FC1F096B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4AB7B-81EB-DF41-8C5F-386DA126D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D7928-3577-787E-076A-A9224691B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/>
              <a:t>사실 </a:t>
            </a:r>
            <a:r>
              <a:rPr lang="ko-KR" altLang="en-US" dirty="0" err="1"/>
              <a:t>랭체인과</a:t>
            </a:r>
            <a:r>
              <a:rPr lang="ko-KR" altLang="en-US" dirty="0"/>
              <a:t> </a:t>
            </a:r>
            <a:r>
              <a:rPr lang="ko-KR" altLang="en-US" dirty="0" err="1"/>
              <a:t>시맨틱</a:t>
            </a:r>
            <a:r>
              <a:rPr lang="ko-KR" altLang="en-US" dirty="0"/>
              <a:t> 커널은 그 목적에서부터 차이가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 err="1"/>
              <a:t>랭체인과</a:t>
            </a:r>
            <a:r>
              <a:rPr lang="ko-KR" altLang="en-US" dirty="0"/>
              <a:t> 달리 </a:t>
            </a:r>
            <a:r>
              <a:rPr lang="ko-KR" altLang="en-US" dirty="0" err="1"/>
              <a:t>시맨틱</a:t>
            </a:r>
            <a:r>
              <a:rPr lang="ko-KR" altLang="en-US" dirty="0"/>
              <a:t> 커널은 파이썬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C#, JAVA</a:t>
            </a:r>
            <a:r>
              <a:rPr lang="ko-KR" altLang="en-US" dirty="0" err="1"/>
              <a:t>를</a:t>
            </a:r>
            <a:r>
              <a:rPr lang="ko-KR" altLang="en-US" dirty="0"/>
              <a:t> 지원합니다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/>
              <a:t>더 많은 언어를 지원하면서 </a:t>
            </a:r>
            <a:r>
              <a:rPr lang="en-US" altLang="ko-KR" dirty="0"/>
              <a:t>“</a:t>
            </a:r>
            <a:r>
              <a:rPr lang="ko-KR" altLang="en-US" dirty="0"/>
              <a:t>기존 애플리케이션 개발에 사용한 언어</a:t>
            </a:r>
            <a:r>
              <a:rPr lang="en-US" altLang="ko-KR" dirty="0"/>
              <a:t>”</a:t>
            </a:r>
            <a:r>
              <a:rPr lang="ko-KR" altLang="en-US" dirty="0"/>
              <a:t> 가 무엇이든 상관없이 </a:t>
            </a: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/>
              <a:t>레거시 앱에 </a:t>
            </a:r>
            <a:r>
              <a:rPr lang="en-US" altLang="ko-KR" dirty="0"/>
              <a:t>AI</a:t>
            </a:r>
            <a:r>
              <a:rPr lang="ko-KR" altLang="en-US" dirty="0"/>
              <a:t> 기능을 추가할 수 있는 것이죠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/>
              <a:t>만약에 제가 인터넷 쇼핑몰 회사에 취직을 했어요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/>
              <a:t>입사하고 상사에게 첫 임무를 받게 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ko-KR" dirty="0"/>
              <a:t>“</a:t>
            </a:r>
            <a:r>
              <a:rPr lang="ko-KR" altLang="en-US" dirty="0"/>
              <a:t>우리 쇼핑몰에 </a:t>
            </a:r>
            <a:r>
              <a:rPr lang="en-US" altLang="ko-KR" dirty="0"/>
              <a:t>AI</a:t>
            </a:r>
            <a:r>
              <a:rPr lang="ko-KR" altLang="en-US" dirty="0"/>
              <a:t> 추천 기능을 </a:t>
            </a:r>
            <a:r>
              <a:rPr lang="ko-KR" altLang="en-US" dirty="0" err="1"/>
              <a:t>넣을거야</a:t>
            </a:r>
            <a:r>
              <a:rPr lang="en-US" altLang="ko-KR" dirty="0"/>
              <a:t>.</a:t>
            </a:r>
            <a:r>
              <a:rPr lang="ko-KR" altLang="en-US" dirty="0"/>
              <a:t> 그거</a:t>
            </a:r>
            <a:r>
              <a:rPr lang="en-US" altLang="ko-KR" dirty="0"/>
              <a:t>,</a:t>
            </a:r>
            <a:r>
              <a:rPr lang="ko-KR" altLang="en-US" dirty="0"/>
              <a:t> 윤 주임이 개발해봐</a:t>
            </a:r>
            <a:r>
              <a:rPr lang="en-US" altLang="ko-KR" dirty="0"/>
              <a:t>”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/>
              <a:t>선택지는 </a:t>
            </a:r>
            <a:r>
              <a:rPr lang="ko-KR" altLang="en-US" dirty="0" err="1"/>
              <a:t>랭체인과</a:t>
            </a:r>
            <a:r>
              <a:rPr lang="ko-KR" altLang="en-US" dirty="0"/>
              <a:t> </a:t>
            </a:r>
            <a:r>
              <a:rPr lang="ko-KR" altLang="en-US" dirty="0" err="1"/>
              <a:t>시맨틱</a:t>
            </a:r>
            <a:r>
              <a:rPr lang="ko-KR" altLang="en-US" dirty="0"/>
              <a:t> 커널 두 개가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 err="1"/>
              <a:t>랭체인을</a:t>
            </a:r>
            <a:r>
              <a:rPr lang="ko-KR" altLang="en-US" dirty="0"/>
              <a:t> 사용하려면 처음부터 앱을 개발해야 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/>
              <a:t>저희 회사의 기술 스택은 </a:t>
            </a:r>
            <a:r>
              <a:rPr lang="ko-KR" altLang="en-US" dirty="0" err="1"/>
              <a:t>파이썬과</a:t>
            </a:r>
            <a:r>
              <a:rPr lang="ko-KR" altLang="en-US" dirty="0"/>
              <a:t> 거리가 멀었거든요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/>
              <a:t>하지만 </a:t>
            </a:r>
            <a:r>
              <a:rPr lang="ko-KR" altLang="en-US" dirty="0" err="1"/>
              <a:t>시맨틱</a:t>
            </a:r>
            <a:r>
              <a:rPr lang="ko-KR" altLang="en-US" dirty="0"/>
              <a:t> 커널을 사용한다면 </a:t>
            </a:r>
            <a:r>
              <a:rPr lang="en-US" altLang="ko-KR" dirty="0"/>
              <a:t>AI</a:t>
            </a:r>
            <a:r>
              <a:rPr lang="ko-KR" altLang="en-US" dirty="0"/>
              <a:t> 기능만 추가로 만들고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/>
              <a:t>기존 서비스에 붙이면 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ko-KR" altLang="en-US" dirty="0"/>
              <a:t>게다가 크기도 훨씬 가벼워서 성능에도 무리가 없을 것이고요</a:t>
            </a:r>
            <a:r>
              <a:rPr lang="en-US" altLang="ko-KR" dirty="0"/>
              <a:t>.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2C4FAAE-63F5-CDCC-64A4-EAE9997A7A9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47B38-85C5-3402-9EA7-AF2102D998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90426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3F84D8-DA40-61FE-3736-CD4AFF5FC56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84A0F-3655-C8D7-2393-479051575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50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시맨틱</a:t>
            </a:r>
            <a:r>
              <a:rPr lang="ko-KR" altLang="en-US" dirty="0"/>
              <a:t> 커널에는 이 외에 세 가지 특징이 있는데요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이들은 </a:t>
            </a:r>
            <a:r>
              <a:rPr lang="ko-KR" altLang="en-US" dirty="0" err="1"/>
              <a:t>시맨틱</a:t>
            </a:r>
            <a:r>
              <a:rPr lang="ko-KR" altLang="en-US" dirty="0"/>
              <a:t> 커널의 특징이자</a:t>
            </a:r>
            <a:r>
              <a:rPr lang="en-US" altLang="ko-KR" dirty="0"/>
              <a:t>,</a:t>
            </a:r>
            <a:r>
              <a:rPr lang="ko-KR" altLang="en-US" dirty="0"/>
              <a:t> 추구하는 방향성이라고도 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E74FF-B95A-3049-B6BA-741949CDE0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9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065E-7878-EC21-6574-ECDB35BF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A532C-354C-BDEB-A555-90304DD99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A9B25-34CC-09B1-0493-2309DA61D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아까 말씀드린 것 </a:t>
            </a:r>
            <a:r>
              <a:rPr lang="ko-KR" altLang="en-US" dirty="0" err="1"/>
              <a:t>처럼</a:t>
            </a:r>
            <a:r>
              <a:rPr lang="en-US" altLang="ko-KR" dirty="0"/>
              <a:t>,</a:t>
            </a:r>
            <a:r>
              <a:rPr lang="ko-KR" altLang="en-US" dirty="0"/>
              <a:t> 기존의 앱 개발 경험을 유지하면서 레거시 앱을 통합할 수 있고</a:t>
            </a:r>
            <a:r>
              <a:rPr lang="en-US" altLang="ko-KR" dirty="0"/>
              <a:t>,</a:t>
            </a:r>
            <a:r>
              <a:rPr lang="ko-KR" altLang="en-US" dirty="0"/>
              <a:t> 보안이 뛰어나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기업용 앱 개발에 친화적입니다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기업용 앱 개발에 </a:t>
            </a:r>
            <a:r>
              <a:rPr lang="ko-KR" altLang="en-US" dirty="0" err="1"/>
              <a:t>랭체인을</a:t>
            </a:r>
            <a:r>
              <a:rPr lang="ko-KR" altLang="en-US" dirty="0"/>
              <a:t> 사용하게 되면 혼란을 겪을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랭체인은</a:t>
            </a:r>
            <a:r>
              <a:rPr lang="ko-KR" altLang="en-US" dirty="0"/>
              <a:t> 업데이트가 자주 있어요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이것이 장점이 될 수도 있겠지만</a:t>
            </a:r>
            <a:r>
              <a:rPr lang="en-US" altLang="ko-KR" dirty="0"/>
              <a:t>,</a:t>
            </a:r>
            <a:r>
              <a:rPr lang="ko-KR" altLang="en-US" dirty="0"/>
              <a:t> 업데이트가 이루어지는 과정에서 이전 코드를 전부 수정해야 하는 일이 발생할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시맨틱</a:t>
            </a:r>
            <a:r>
              <a:rPr lang="ko-KR" altLang="en-US" dirty="0"/>
              <a:t> 커널은 </a:t>
            </a:r>
            <a:r>
              <a:rPr lang="ko-KR" altLang="en-US" dirty="0" err="1"/>
              <a:t>하위호환을</a:t>
            </a:r>
            <a:r>
              <a:rPr lang="ko-KR" altLang="en-US" dirty="0"/>
              <a:t> 완벽하게 지원하기 때문에 이러한 걱정에서 벗어날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완벽한 </a:t>
            </a:r>
            <a:r>
              <a:rPr lang="ko-KR" altLang="en-US" dirty="0" err="1"/>
              <a:t>하위호환이</a:t>
            </a:r>
            <a:r>
              <a:rPr lang="ko-KR" altLang="en-US" dirty="0"/>
              <a:t> 있기에 </a:t>
            </a:r>
            <a:r>
              <a:rPr lang="ko-KR" altLang="en-US" dirty="0" err="1"/>
              <a:t>레거시와</a:t>
            </a:r>
            <a:r>
              <a:rPr lang="ko-KR" altLang="en-US" dirty="0"/>
              <a:t> 통합하기도 좋고</a:t>
            </a:r>
            <a:r>
              <a:rPr lang="en-US" altLang="ko-KR" dirty="0"/>
              <a:t>,</a:t>
            </a:r>
            <a:r>
              <a:rPr lang="ko-KR" altLang="en-US" dirty="0"/>
              <a:t> 그렇기에 기업용 앱 개발에 아주 좋습니다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1841C-4FFF-0460-21BB-A7BD5B16D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E74FF-B95A-3049-B6BA-741949CDE0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81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FE4AA-2B26-85FB-B7C2-C6484E2F8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76102-9075-0305-F7B9-B34C7A1C3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18D14-BA22-8236-63F3-4ACAD97A0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플러그인 기능을 지원합니다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AI </a:t>
            </a:r>
            <a:r>
              <a:rPr lang="ko-KR" altLang="en-US" dirty="0"/>
              <a:t>모델이 사용할 수 있는 함수라고 생각하실 수도 있는데요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이 플러그인을 통해 기존의 </a:t>
            </a:r>
            <a:r>
              <a:rPr lang="en-US" altLang="ko-KR" dirty="0"/>
              <a:t>API</a:t>
            </a:r>
            <a:r>
              <a:rPr lang="ko-KR" altLang="en-US" dirty="0" err="1"/>
              <a:t>에</a:t>
            </a:r>
            <a:r>
              <a:rPr lang="ko-KR" altLang="en-US" dirty="0"/>
              <a:t> 연결하는 등의 추가 기능을 사용할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E2755-BA46-2706-31AB-D03E46A49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E74FF-B95A-3049-B6BA-741949CDE0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808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6CE3E-1043-BB3C-201A-0222DC5D4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1EEA5-DC7A-6DAD-B7B0-D4BE1C81D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443F0-E3E8-BB5F-F566-B984C0CFB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다양한 페르소나</a:t>
            </a:r>
            <a:r>
              <a:rPr lang="en-US" altLang="ko-KR" dirty="0"/>
              <a:t>,</a:t>
            </a:r>
            <a:r>
              <a:rPr lang="ko-KR" altLang="en-US" dirty="0"/>
              <a:t> 에이전트를 사용할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ChatGPT</a:t>
            </a:r>
            <a:r>
              <a:rPr lang="ko-KR" altLang="en-US" dirty="0" err="1"/>
              <a:t>를</a:t>
            </a:r>
            <a:r>
              <a:rPr lang="ko-KR" altLang="en-US" dirty="0"/>
              <a:t> 쓸 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ko-KR" altLang="en-US" dirty="0"/>
              <a:t>당신은 유능한 개발자입니다</a:t>
            </a:r>
            <a:r>
              <a:rPr lang="en-US" altLang="ko-KR" dirty="0"/>
              <a:t>…＂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ko-KR" altLang="en-US" dirty="0"/>
              <a:t> 당신은 훌륭한 번역가입니다</a:t>
            </a:r>
            <a:r>
              <a:rPr lang="en-US" altLang="ko-KR" dirty="0"/>
              <a:t>…”</a:t>
            </a:r>
            <a:r>
              <a:rPr lang="ko-KR" altLang="en-US" dirty="0"/>
              <a:t> </a:t>
            </a:r>
            <a:r>
              <a:rPr lang="ko-KR" altLang="en-US" dirty="0" err="1"/>
              <a:t>처럼</a:t>
            </a:r>
            <a:r>
              <a:rPr lang="ko-KR" altLang="en-US" dirty="0"/>
              <a:t> 역할을 프롬프트로 지정해주곤 하죠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이 역할이 바로 페르소나입니다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에이전트는 사용자를 대신해 기능을 수행할 수 있는 프로그램을 말하고요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그러면 또 누군가는 이렇게 말합니다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“</a:t>
            </a:r>
            <a:r>
              <a:rPr lang="ko-KR" altLang="en-US" dirty="0"/>
              <a:t>그래서 이걸로 뭐 만드는데</a:t>
            </a:r>
            <a:r>
              <a:rPr lang="en-US" altLang="ko-KR" dirty="0"/>
              <a:t>?”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시맨틱</a:t>
            </a:r>
            <a:r>
              <a:rPr lang="ko-KR" altLang="en-US" dirty="0"/>
              <a:t> 커널로 만든 아주 유명한</a:t>
            </a:r>
            <a:r>
              <a:rPr lang="en-US" altLang="ko-KR" dirty="0"/>
              <a:t>,</a:t>
            </a:r>
            <a:r>
              <a:rPr lang="ko-KR" altLang="en-US" dirty="0"/>
              <a:t> 대표적인 앱이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여러분들도 한번쯤 </a:t>
            </a:r>
            <a:r>
              <a:rPr lang="ko-KR" altLang="en-US" dirty="0" err="1"/>
              <a:t>써보셨을</a:t>
            </a:r>
            <a:r>
              <a:rPr lang="ko-KR" altLang="en-US" dirty="0"/>
              <a:t> 수도 있어요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뭔지</a:t>
            </a:r>
            <a:r>
              <a:rPr lang="ko-KR" altLang="en-US" dirty="0"/>
              <a:t> 아시겠나요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29B57-BD03-773C-9CDA-EF13A15B4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E74FF-B95A-3049-B6BA-741949CDE00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49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8BB10-F178-F8E9-52AF-BDF521C4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6864D-BC55-ACA3-EC60-75BED1A3E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F0584-DBD3-11A6-C7E3-9D47D0BF4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시맨틱</a:t>
            </a:r>
            <a:r>
              <a:rPr lang="ko-KR" altLang="en-US" dirty="0"/>
              <a:t> 커널로 만든 대표적인 애플리케이션이 바로 마이크로소프트 </a:t>
            </a:r>
            <a:r>
              <a:rPr lang="ko-KR" altLang="en-US" dirty="0" err="1"/>
              <a:t>코파일럿</a:t>
            </a:r>
            <a:r>
              <a:rPr lang="ko-KR" altLang="en-US" dirty="0"/>
              <a:t> 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어</a:t>
            </a:r>
            <a:r>
              <a:rPr lang="en-US" altLang="ko-KR" dirty="0"/>
              <a:t>?</a:t>
            </a:r>
            <a:r>
              <a:rPr lang="ko-KR" altLang="en-US" dirty="0"/>
              <a:t> 마이크로소프트 </a:t>
            </a:r>
            <a:r>
              <a:rPr lang="ko-KR" altLang="en-US" dirty="0" err="1"/>
              <a:t>코파일럿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마이크로소프트 </a:t>
            </a:r>
            <a:r>
              <a:rPr lang="en-US" altLang="ko-KR" dirty="0"/>
              <a:t>OpenAI</a:t>
            </a:r>
            <a:r>
              <a:rPr lang="ko-KR" altLang="en-US" dirty="0"/>
              <a:t>랑 손 </a:t>
            </a:r>
            <a:r>
              <a:rPr lang="ko-KR" altLang="en-US" dirty="0" err="1"/>
              <a:t>잡았잖아</a:t>
            </a:r>
            <a:r>
              <a:rPr lang="en-US" altLang="ko-KR" dirty="0"/>
              <a:t>.</a:t>
            </a:r>
            <a:r>
              <a:rPr lang="ko-KR" altLang="en-US" dirty="0"/>
              <a:t> 그러면 </a:t>
            </a:r>
            <a:r>
              <a:rPr lang="en-US" altLang="ko-KR" dirty="0"/>
              <a:t>OpenAI</a:t>
            </a:r>
            <a:r>
              <a:rPr lang="ko-KR" altLang="en-US" dirty="0"/>
              <a:t>만 </a:t>
            </a:r>
            <a:r>
              <a:rPr lang="ko-KR" altLang="en-US" dirty="0" err="1"/>
              <a:t>지원하는거</a:t>
            </a:r>
            <a:r>
              <a:rPr lang="ko-KR" altLang="en-US" dirty="0"/>
              <a:t> 아냐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나는 다른 모델 </a:t>
            </a:r>
            <a:r>
              <a:rPr lang="ko-KR" altLang="en-US" dirty="0" err="1"/>
              <a:t>쓰고싶은데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하실 수도 있겠습니다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 err="1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6175015-A301-20D9-9E8E-BABB626A9E7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386F1-E336-EFB5-C2A6-EB22CBCA6A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90426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FA913F-C8C8-B180-18FA-DC8DBD7DF89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0968F-8D5A-E62F-61C3-2AFDC138F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6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690E6-4C90-5A99-BC50-32ABC364F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5FE57-361C-5C83-F983-9278F7BA2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13583-6A24-15A9-2FCC-12BD691EF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당연히</a:t>
            </a:r>
            <a:r>
              <a:rPr lang="en-US" altLang="ko-KR" dirty="0"/>
              <a:t>...!</a:t>
            </a:r>
            <a:r>
              <a:rPr lang="ko-KR" altLang="en-US" dirty="0"/>
              <a:t> 다른 모델도 지원합니다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허깅페이스는</a:t>
            </a:r>
            <a:r>
              <a:rPr lang="ko-KR" altLang="en-US" dirty="0"/>
              <a:t> 오픈소스로 공개된 수많은 모델들을 제공합니다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세상에 존재하는 거의 모든 모델들이 </a:t>
            </a:r>
            <a:r>
              <a:rPr lang="ko-KR" altLang="en-US" dirty="0" err="1"/>
              <a:t>허깅페이스에</a:t>
            </a:r>
            <a:r>
              <a:rPr lang="ko-KR" altLang="en-US" dirty="0"/>
              <a:t> 있다고 생각하셔도 무방할 </a:t>
            </a:r>
            <a:r>
              <a:rPr lang="ko-KR" altLang="en-US" dirty="0" err="1"/>
              <a:t>만큼요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 err="1"/>
              <a:t>허깅페이스</a:t>
            </a:r>
            <a:r>
              <a:rPr lang="ko-KR" altLang="en-US" dirty="0"/>
              <a:t> 뿐 아니라 </a:t>
            </a:r>
            <a:r>
              <a:rPr lang="ko-KR" altLang="en-US" dirty="0" err="1"/>
              <a:t>깃허브</a:t>
            </a:r>
            <a:r>
              <a:rPr lang="ko-KR" altLang="en-US" dirty="0"/>
              <a:t> </a:t>
            </a:r>
            <a:r>
              <a:rPr lang="ko-KR" altLang="en-US" dirty="0" err="1"/>
              <a:t>모델스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OpenAI, </a:t>
            </a:r>
            <a:r>
              <a:rPr lang="en-US" altLang="ko-KR" dirty="0" err="1"/>
              <a:t>Ollama</a:t>
            </a:r>
            <a:r>
              <a:rPr lang="ko-KR" altLang="en-US" dirty="0"/>
              <a:t>에서도 다양한 모델을 지원하니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지원하는 모델에 대해서는 걱정 할 필요 전혀 없습니다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A7F2F6B-4C9F-F337-740F-A4E8B106749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DE2F4-34E1-664E-A941-77D1AA6555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90426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46A4B3-73D0-3C8B-E389-C32778155DA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67BAF-CC74-4ED4-32BB-7815B9BD7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24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F7964-3A21-F0A1-5663-AB2456CC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87C0D-59C2-E360-2FDD-E06AD7BB0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34099-D3AD-9EB1-EF6B-B90F22485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또한 </a:t>
            </a:r>
            <a:r>
              <a:rPr lang="en-US" altLang="ko-KR" dirty="0"/>
              <a:t>Amazon Bedrock, Azure AI Foundry, Google Vertex AI</a:t>
            </a:r>
            <a:r>
              <a:rPr lang="ko-KR" altLang="en-US" dirty="0"/>
              <a:t>등과 같은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클라우드 기반 </a:t>
            </a:r>
            <a:r>
              <a:rPr lang="en-US" altLang="ko-KR" dirty="0"/>
              <a:t>AI</a:t>
            </a:r>
            <a:r>
              <a:rPr lang="ko-KR" altLang="en-US" dirty="0"/>
              <a:t> 플랫폼을 지원합니다</a:t>
            </a:r>
            <a:r>
              <a:rPr lang="en-US" altLang="ko-KR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이들은 기업용으로</a:t>
            </a:r>
            <a:r>
              <a:rPr lang="en-US" altLang="ko-KR" dirty="0"/>
              <a:t>,</a:t>
            </a:r>
            <a:r>
              <a:rPr lang="ko-KR" altLang="en-US" dirty="0"/>
              <a:t> 비용을 지불해야 </a:t>
            </a:r>
            <a:r>
              <a:rPr lang="ko-KR" altLang="en-US" dirty="0" err="1"/>
              <a:t>하빈다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빅테크의 상업용 서비스를 위한 메이저 모델들을 지원하죠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99BC579-07E2-32FE-88F0-379526CA347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2922B-4425-E324-3DFF-98C134C1FC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90426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66B8AE4-01CA-38F4-E0C6-1BC107D7CE6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C3F1E-25D9-1AC0-EDEF-F9E99A7FB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5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E246-7079-6EEC-F58C-72D99712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2C482-AC64-5281-95D2-E26ED84B3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D6041-BBAC-AF65-F21F-56351D848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여기 </a:t>
            </a:r>
            <a:r>
              <a:rPr lang="en-US" altLang="ko-KR" dirty="0"/>
              <a:t>QR</a:t>
            </a:r>
            <a:r>
              <a:rPr lang="ko-KR" altLang="en-US" dirty="0"/>
              <a:t>코드를 한번 찍어볼까요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..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접속하게 되면 </a:t>
            </a:r>
            <a:r>
              <a:rPr lang="ko-KR" altLang="en-US" dirty="0" err="1"/>
              <a:t>시맨틱</a:t>
            </a:r>
            <a:r>
              <a:rPr lang="ko-KR" altLang="en-US" dirty="0"/>
              <a:t> 커널 공식 페이지로 이동하는데요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실습을 진행하다가 헷갈리는 부분이 있다면 </a:t>
            </a:r>
            <a:r>
              <a:rPr lang="ko-KR" altLang="en-US" dirty="0" err="1"/>
              <a:t>참고해보셔도</a:t>
            </a:r>
            <a:r>
              <a:rPr lang="ko-KR" altLang="en-US" dirty="0"/>
              <a:t> 좋을 것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3178689-5D9A-E808-3236-AADDE785F97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2460A-0CE8-AA71-1282-63A1EB288D7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90426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1367765-1343-9BAA-CAD5-3A82F2BD8DC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D67B9-ED11-3B3D-3FF4-B40781FF9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003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이때까지 내용들을 </a:t>
            </a:r>
            <a:r>
              <a:rPr lang="ko-KR" altLang="en-US" dirty="0" err="1"/>
              <a:t>요약해볼게요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시맨틱</a:t>
            </a:r>
            <a:r>
              <a:rPr lang="ko-KR" altLang="en-US" dirty="0"/>
              <a:t> 커널은 가볍고요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여러 언어를 지원해 기존 앱에 </a:t>
            </a:r>
            <a:r>
              <a:rPr lang="en-US" altLang="ko-KR" dirty="0"/>
              <a:t>AI</a:t>
            </a:r>
            <a:r>
              <a:rPr lang="ko-KR" altLang="en-US" dirty="0"/>
              <a:t> 기능을 쉽게 추가할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플러그인과 멀티 에이전트</a:t>
            </a:r>
            <a:r>
              <a:rPr lang="en-US" altLang="ko-KR" dirty="0"/>
              <a:t>,</a:t>
            </a:r>
            <a:r>
              <a:rPr lang="ko-KR" altLang="en-US" dirty="0"/>
              <a:t> 다양한 모델을 지원해 쉽게 원하는 </a:t>
            </a:r>
            <a:r>
              <a:rPr lang="en-US" altLang="ko-KR" dirty="0"/>
              <a:t>AI</a:t>
            </a:r>
            <a:r>
              <a:rPr lang="ko-KR" altLang="en-US" dirty="0"/>
              <a:t> 앱을 만들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자</a:t>
            </a:r>
            <a:r>
              <a:rPr lang="en-US" altLang="ko-KR" dirty="0"/>
              <a:t>,</a:t>
            </a:r>
            <a:r>
              <a:rPr lang="ko-KR" altLang="en-US" dirty="0"/>
              <a:t> 그럼 이제부터 실습을 진행하도록 할 것인데요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1)</a:t>
            </a:r>
            <a:r>
              <a:rPr lang="ko-KR" altLang="en-US" dirty="0"/>
              <a:t> </a:t>
            </a:r>
            <a:r>
              <a:rPr lang="ko-KR" altLang="en-US" dirty="0" err="1"/>
              <a:t>시맨틱</a:t>
            </a:r>
            <a:r>
              <a:rPr lang="ko-KR" altLang="en-US" dirty="0"/>
              <a:t> 커널에 </a:t>
            </a:r>
            <a:r>
              <a:rPr lang="ko-KR" altLang="en-US" dirty="0" err="1"/>
              <a:t>깃허브</a:t>
            </a:r>
            <a:r>
              <a:rPr lang="ko-KR" altLang="en-US" dirty="0"/>
              <a:t> 모델</a:t>
            </a:r>
            <a:r>
              <a:rPr lang="en-US" altLang="ko-KR" dirty="0"/>
              <a:t>,</a:t>
            </a:r>
            <a:r>
              <a:rPr lang="ko-KR" altLang="en-US" dirty="0"/>
              <a:t> 구글 </a:t>
            </a:r>
            <a:r>
              <a:rPr lang="ko-KR" altLang="en-US" dirty="0" err="1"/>
              <a:t>제미나이를</a:t>
            </a:r>
            <a:r>
              <a:rPr lang="ko-KR" altLang="en-US" dirty="0"/>
              <a:t> 연결하고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2)</a:t>
            </a:r>
            <a:r>
              <a:rPr lang="ko-KR" altLang="en-US" dirty="0"/>
              <a:t> 콘솔 앱에서 결과가 어떻게 나오는지 확인해보도록 하겠습니다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KR" dirty="0"/>
          </a:p>
          <a:p>
            <a:r>
              <a:rPr lang="ko-KR" altLang="en-US" dirty="0"/>
              <a:t>환경설정 이후 문서를 따라 진행해주시면 되고</a:t>
            </a:r>
            <a:r>
              <a:rPr lang="en-US" altLang="ko-KR" dirty="0"/>
              <a:t>,</a:t>
            </a:r>
            <a:r>
              <a:rPr lang="ko-KR" altLang="en-US" dirty="0"/>
              <a:t> 잘 모르겠거나 막히는 부분이 있다면 언제든지 손을 </a:t>
            </a:r>
            <a:r>
              <a:rPr lang="ko-KR" altLang="en-US" dirty="0" err="1"/>
              <a:t>들어주시길</a:t>
            </a:r>
            <a:r>
              <a:rPr lang="ko-KR" altLang="en-US" dirty="0"/>
              <a:t> 바랍니다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r>
              <a:rPr lang="ko-KR" altLang="en-US" dirty="0"/>
              <a:t> 지금까지 윤금재 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12:05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608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실습 진행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C61DAB-D93E-49CA-B245-379601CFE8D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2/18/25 12:05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52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jpe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jpe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B1067A-E7AA-45D2-1010-A0D1FCB96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MS logo gray - EMF" descr="Microsoft logo, gray text version">
            <a:extLst>
              <a:ext uri="{FF2B5EF4-FFF2-40B4-BE49-F238E27FC236}">
                <a16:creationId xmlns:a16="http://schemas.microsoft.com/office/drawing/2014/main" id="{F37CD61D-D807-6B33-7D19-B0A417D060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4AFC23E-201F-B57E-8828-724D2D999B22}"/>
              </a:ext>
            </a:extLst>
          </p:cNvPr>
          <p:cNvSpPr/>
          <p:nvPr userDrawn="1"/>
        </p:nvSpPr>
        <p:spPr>
          <a:xfrm>
            <a:off x="529053" y="2663856"/>
            <a:ext cx="3414297" cy="1504926"/>
          </a:xfrm>
          <a:custGeom>
            <a:avLst/>
            <a:gdLst>
              <a:gd name="connsiteX0" fmla="*/ 542449 w 3308032"/>
              <a:gd name="connsiteY0" fmla="*/ 193453 h 1458087"/>
              <a:gd name="connsiteX1" fmla="*/ 543401 w 3308032"/>
              <a:gd name="connsiteY1" fmla="*/ 148971 h 1458087"/>
              <a:gd name="connsiteX2" fmla="*/ 541211 w 3308032"/>
              <a:gd name="connsiteY2" fmla="*/ 148971 h 1458087"/>
              <a:gd name="connsiteX3" fmla="*/ 534924 w 3308032"/>
              <a:gd name="connsiteY3" fmla="*/ 168497 h 1458087"/>
              <a:gd name="connsiteX4" fmla="*/ 528257 w 3308032"/>
              <a:gd name="connsiteY4" fmla="*/ 186214 h 1458087"/>
              <a:gd name="connsiteX5" fmla="*/ 374618 w 3308032"/>
              <a:gd name="connsiteY5" fmla="*/ 572834 h 1458087"/>
              <a:gd name="connsiteX6" fmla="*/ 310229 w 3308032"/>
              <a:gd name="connsiteY6" fmla="*/ 572834 h 1458087"/>
              <a:gd name="connsiteX7" fmla="*/ 155448 w 3308032"/>
              <a:gd name="connsiteY7" fmla="*/ 189643 h 1458087"/>
              <a:gd name="connsiteX8" fmla="*/ 149352 w 3308032"/>
              <a:gd name="connsiteY8" fmla="*/ 172307 h 1458087"/>
              <a:gd name="connsiteX9" fmla="*/ 141351 w 3308032"/>
              <a:gd name="connsiteY9" fmla="*/ 149066 h 1458087"/>
              <a:gd name="connsiteX10" fmla="*/ 139160 w 3308032"/>
              <a:gd name="connsiteY10" fmla="*/ 149066 h 1458087"/>
              <a:gd name="connsiteX11" fmla="*/ 140303 w 3308032"/>
              <a:gd name="connsiteY11" fmla="*/ 195739 h 1458087"/>
              <a:gd name="connsiteX12" fmla="*/ 140684 w 3308032"/>
              <a:gd name="connsiteY12" fmla="*/ 246507 h 1458087"/>
              <a:gd name="connsiteX13" fmla="*/ 140684 w 3308032"/>
              <a:gd name="connsiteY13" fmla="*/ 572834 h 1458087"/>
              <a:gd name="connsiteX14" fmla="*/ 55817 w 3308032"/>
              <a:gd name="connsiteY14" fmla="*/ 572834 h 1458087"/>
              <a:gd name="connsiteX15" fmla="*/ 55817 w 3308032"/>
              <a:gd name="connsiteY15" fmla="*/ 39243 h 1458087"/>
              <a:gd name="connsiteX16" fmla="*/ 185642 w 3308032"/>
              <a:gd name="connsiteY16" fmla="*/ 39243 h 1458087"/>
              <a:gd name="connsiteX17" fmla="*/ 322231 w 3308032"/>
              <a:gd name="connsiteY17" fmla="*/ 383381 h 1458087"/>
              <a:gd name="connsiteX18" fmla="*/ 334709 w 3308032"/>
              <a:gd name="connsiteY18" fmla="*/ 415576 h 1458087"/>
              <a:gd name="connsiteX19" fmla="*/ 343853 w 3308032"/>
              <a:gd name="connsiteY19" fmla="*/ 444817 h 1458087"/>
              <a:gd name="connsiteX20" fmla="*/ 346043 w 3308032"/>
              <a:gd name="connsiteY20" fmla="*/ 444817 h 1458087"/>
              <a:gd name="connsiteX21" fmla="*/ 358140 w 3308032"/>
              <a:gd name="connsiteY21" fmla="*/ 412433 h 1458087"/>
              <a:gd name="connsiteX22" fmla="*/ 369475 w 3308032"/>
              <a:gd name="connsiteY22" fmla="*/ 382334 h 1458087"/>
              <a:gd name="connsiteX23" fmla="*/ 507873 w 3308032"/>
              <a:gd name="connsiteY23" fmla="*/ 39243 h 1458087"/>
              <a:gd name="connsiteX24" fmla="*/ 632555 w 3308032"/>
              <a:gd name="connsiteY24" fmla="*/ 39243 h 1458087"/>
              <a:gd name="connsiteX25" fmla="*/ 632555 w 3308032"/>
              <a:gd name="connsiteY25" fmla="*/ 572834 h 1458087"/>
              <a:gd name="connsiteX26" fmla="*/ 542163 w 3308032"/>
              <a:gd name="connsiteY26" fmla="*/ 572834 h 1458087"/>
              <a:gd name="connsiteX27" fmla="*/ 542163 w 3308032"/>
              <a:gd name="connsiteY27" fmla="*/ 234220 h 1458087"/>
              <a:gd name="connsiteX28" fmla="*/ 542735 w 3308032"/>
              <a:gd name="connsiteY28" fmla="*/ 193453 h 1458087"/>
              <a:gd name="connsiteX29" fmla="*/ 768001 w 3308032"/>
              <a:gd name="connsiteY29" fmla="*/ 14383 h 1458087"/>
              <a:gd name="connsiteX30" fmla="*/ 728567 w 3308032"/>
              <a:gd name="connsiteY30" fmla="*/ 29623 h 1458087"/>
              <a:gd name="connsiteX31" fmla="*/ 713327 w 3308032"/>
              <a:gd name="connsiteY31" fmla="*/ 67247 h 1458087"/>
              <a:gd name="connsiteX32" fmla="*/ 728567 w 3308032"/>
              <a:gd name="connsiteY32" fmla="*/ 104966 h 1458087"/>
              <a:gd name="connsiteX33" fmla="*/ 768001 w 3308032"/>
              <a:gd name="connsiteY33" fmla="*/ 120777 h 1458087"/>
              <a:gd name="connsiteX34" fmla="*/ 808196 w 3308032"/>
              <a:gd name="connsiteY34" fmla="*/ 105537 h 1458087"/>
              <a:gd name="connsiteX35" fmla="*/ 823436 w 3308032"/>
              <a:gd name="connsiteY35" fmla="*/ 67627 h 1458087"/>
              <a:gd name="connsiteX36" fmla="*/ 808196 w 3308032"/>
              <a:gd name="connsiteY36" fmla="*/ 29718 h 1458087"/>
              <a:gd name="connsiteX37" fmla="*/ 768001 w 3308032"/>
              <a:gd name="connsiteY37" fmla="*/ 14478 h 1458087"/>
              <a:gd name="connsiteX38" fmla="*/ 723329 w 3308032"/>
              <a:gd name="connsiteY38" fmla="*/ 572834 h 1458087"/>
              <a:gd name="connsiteX39" fmla="*/ 812292 w 3308032"/>
              <a:gd name="connsiteY39" fmla="*/ 572834 h 1458087"/>
              <a:gd name="connsiteX40" fmla="*/ 812292 w 3308032"/>
              <a:gd name="connsiteY40" fmla="*/ 191834 h 1458087"/>
              <a:gd name="connsiteX41" fmla="*/ 723329 w 3308032"/>
              <a:gd name="connsiteY41" fmla="*/ 191834 h 1458087"/>
              <a:gd name="connsiteX42" fmla="*/ 723329 w 3308032"/>
              <a:gd name="connsiteY42" fmla="*/ 572834 h 1458087"/>
              <a:gd name="connsiteX43" fmla="*/ 1079278 w 3308032"/>
              <a:gd name="connsiteY43" fmla="*/ 581787 h 1458087"/>
              <a:gd name="connsiteX44" fmla="*/ 1169099 w 3308032"/>
              <a:gd name="connsiteY44" fmla="*/ 561689 h 1458087"/>
              <a:gd name="connsiteX45" fmla="*/ 1234726 w 3308032"/>
              <a:gd name="connsiteY45" fmla="*/ 500253 h 1458087"/>
              <a:gd name="connsiteX46" fmla="*/ 1165860 w 3308032"/>
              <a:gd name="connsiteY46" fmla="*/ 461582 h 1458087"/>
              <a:gd name="connsiteX47" fmla="*/ 1127951 w 3308032"/>
              <a:gd name="connsiteY47" fmla="*/ 497110 h 1458087"/>
              <a:gd name="connsiteX48" fmla="*/ 1081469 w 3308032"/>
              <a:gd name="connsiteY48" fmla="*/ 507683 h 1458087"/>
              <a:gd name="connsiteX49" fmla="*/ 1004126 w 3308032"/>
              <a:gd name="connsiteY49" fmla="*/ 475298 h 1458087"/>
              <a:gd name="connsiteX50" fmla="*/ 975074 w 3308032"/>
              <a:gd name="connsiteY50" fmla="*/ 383000 h 1458087"/>
              <a:gd name="connsiteX51" fmla="*/ 1004506 w 3308032"/>
              <a:gd name="connsiteY51" fmla="*/ 288512 h 1458087"/>
              <a:gd name="connsiteX52" fmla="*/ 1079278 w 3308032"/>
              <a:gd name="connsiteY52" fmla="*/ 254699 h 1458087"/>
              <a:gd name="connsiteX53" fmla="*/ 1125379 w 3308032"/>
              <a:gd name="connsiteY53" fmla="*/ 265462 h 1458087"/>
              <a:gd name="connsiteX54" fmla="*/ 1162622 w 3308032"/>
              <a:gd name="connsiteY54" fmla="*/ 301943 h 1458087"/>
              <a:gd name="connsiteX55" fmla="*/ 1232535 w 3308032"/>
              <a:gd name="connsiteY55" fmla="*/ 267367 h 1458087"/>
              <a:gd name="connsiteX56" fmla="*/ 1172432 w 3308032"/>
              <a:gd name="connsiteY56" fmla="*/ 204311 h 1458087"/>
              <a:gd name="connsiteX57" fmla="*/ 1082231 w 3308032"/>
              <a:gd name="connsiteY57" fmla="*/ 182880 h 1458087"/>
              <a:gd name="connsiteX58" fmla="*/ 939356 w 3308032"/>
              <a:gd name="connsiteY58" fmla="*/ 238125 h 1458087"/>
              <a:gd name="connsiteX59" fmla="*/ 884301 w 3308032"/>
              <a:gd name="connsiteY59" fmla="*/ 389001 h 1458087"/>
              <a:gd name="connsiteX60" fmla="*/ 936022 w 3308032"/>
              <a:gd name="connsiteY60" fmla="*/ 528923 h 1458087"/>
              <a:gd name="connsiteX61" fmla="*/ 1079278 w 3308032"/>
              <a:gd name="connsiteY61" fmla="*/ 581787 h 1458087"/>
              <a:gd name="connsiteX62" fmla="*/ 1393031 w 3308032"/>
              <a:gd name="connsiteY62" fmla="*/ 384524 h 1458087"/>
              <a:gd name="connsiteX63" fmla="*/ 1416653 w 3308032"/>
              <a:gd name="connsiteY63" fmla="*/ 296323 h 1458087"/>
              <a:gd name="connsiteX64" fmla="*/ 1478566 w 3308032"/>
              <a:gd name="connsiteY64" fmla="*/ 262795 h 1458087"/>
              <a:gd name="connsiteX65" fmla="*/ 1501807 w 3308032"/>
              <a:gd name="connsiteY65" fmla="*/ 265176 h 1458087"/>
              <a:gd name="connsiteX66" fmla="*/ 1523619 w 3308032"/>
              <a:gd name="connsiteY66" fmla="*/ 271653 h 1458087"/>
              <a:gd name="connsiteX67" fmla="*/ 1547432 w 3308032"/>
              <a:gd name="connsiteY67" fmla="*/ 195739 h 1458087"/>
              <a:gd name="connsiteX68" fmla="*/ 1521047 w 3308032"/>
              <a:gd name="connsiteY68" fmla="*/ 187166 h 1458087"/>
              <a:gd name="connsiteX69" fmla="*/ 1494282 w 3308032"/>
              <a:gd name="connsiteY69" fmla="*/ 184975 h 1458087"/>
              <a:gd name="connsiteX70" fmla="*/ 1433989 w 3308032"/>
              <a:gd name="connsiteY70" fmla="*/ 204502 h 1458087"/>
              <a:gd name="connsiteX71" fmla="*/ 1394555 w 3308032"/>
              <a:gd name="connsiteY71" fmla="*/ 260509 h 1458087"/>
              <a:gd name="connsiteX72" fmla="*/ 1393031 w 3308032"/>
              <a:gd name="connsiteY72" fmla="*/ 260509 h 1458087"/>
              <a:gd name="connsiteX73" fmla="*/ 1393031 w 3308032"/>
              <a:gd name="connsiteY73" fmla="*/ 191643 h 1458087"/>
              <a:gd name="connsiteX74" fmla="*/ 1304068 w 3308032"/>
              <a:gd name="connsiteY74" fmla="*/ 191643 h 1458087"/>
              <a:gd name="connsiteX75" fmla="*/ 1304068 w 3308032"/>
              <a:gd name="connsiteY75" fmla="*/ 572643 h 1458087"/>
              <a:gd name="connsiteX76" fmla="*/ 1393031 w 3308032"/>
              <a:gd name="connsiteY76" fmla="*/ 572643 h 1458087"/>
              <a:gd name="connsiteX77" fmla="*/ 1393031 w 3308032"/>
              <a:gd name="connsiteY77" fmla="*/ 384334 h 1458087"/>
              <a:gd name="connsiteX78" fmla="*/ 1621917 w 3308032"/>
              <a:gd name="connsiteY78" fmla="*/ 528542 h 1458087"/>
              <a:gd name="connsiteX79" fmla="*/ 1568482 w 3308032"/>
              <a:gd name="connsiteY79" fmla="*/ 385286 h 1458087"/>
              <a:gd name="connsiteX80" fmla="*/ 1625060 w 3308032"/>
              <a:gd name="connsiteY80" fmla="*/ 238506 h 1458087"/>
              <a:gd name="connsiteX81" fmla="*/ 1771269 w 3308032"/>
              <a:gd name="connsiteY81" fmla="*/ 182880 h 1458087"/>
              <a:gd name="connsiteX82" fmla="*/ 1914335 w 3308032"/>
              <a:gd name="connsiteY82" fmla="*/ 237554 h 1458087"/>
              <a:gd name="connsiteX83" fmla="*/ 1966627 w 3308032"/>
              <a:gd name="connsiteY83" fmla="*/ 378905 h 1458087"/>
              <a:gd name="connsiteX84" fmla="*/ 1911572 w 3308032"/>
              <a:gd name="connsiteY84" fmla="*/ 524542 h 1458087"/>
              <a:gd name="connsiteX85" fmla="*/ 1766126 w 3308032"/>
              <a:gd name="connsiteY85" fmla="*/ 581692 h 1458087"/>
              <a:gd name="connsiteX86" fmla="*/ 1621917 w 3308032"/>
              <a:gd name="connsiteY86" fmla="*/ 528447 h 1458087"/>
              <a:gd name="connsiteX87" fmla="*/ 1659350 w 3308032"/>
              <a:gd name="connsiteY87" fmla="*/ 383477 h 1458087"/>
              <a:gd name="connsiteX88" fmla="*/ 1688973 w 3308032"/>
              <a:gd name="connsiteY88" fmla="*/ 476155 h 1458087"/>
              <a:gd name="connsiteX89" fmla="*/ 1769555 w 3308032"/>
              <a:gd name="connsiteY89" fmla="*/ 509969 h 1458087"/>
              <a:gd name="connsiteX90" fmla="*/ 1847850 w 3308032"/>
              <a:gd name="connsiteY90" fmla="*/ 475012 h 1458087"/>
              <a:gd name="connsiteX91" fmla="*/ 1875568 w 3308032"/>
              <a:gd name="connsiteY91" fmla="*/ 381286 h 1458087"/>
              <a:gd name="connsiteX92" fmla="*/ 1847660 w 3308032"/>
              <a:gd name="connsiteY92" fmla="*/ 289750 h 1458087"/>
              <a:gd name="connsiteX93" fmla="*/ 1769174 w 3308032"/>
              <a:gd name="connsiteY93" fmla="*/ 255175 h 1458087"/>
              <a:gd name="connsiteX94" fmla="*/ 1689354 w 3308032"/>
              <a:gd name="connsiteY94" fmla="*/ 290894 h 1458087"/>
              <a:gd name="connsiteX95" fmla="*/ 1659446 w 3308032"/>
              <a:gd name="connsiteY95" fmla="*/ 383572 h 1458087"/>
              <a:gd name="connsiteX96" fmla="*/ 2267426 w 3308032"/>
              <a:gd name="connsiteY96" fmla="*/ 547878 h 1458087"/>
              <a:gd name="connsiteX97" fmla="*/ 2308003 w 3308032"/>
              <a:gd name="connsiteY97" fmla="*/ 458915 h 1458087"/>
              <a:gd name="connsiteX98" fmla="*/ 2276761 w 3308032"/>
              <a:gd name="connsiteY98" fmla="*/ 380048 h 1458087"/>
              <a:gd name="connsiteX99" fmla="*/ 2182273 w 3308032"/>
              <a:gd name="connsiteY99" fmla="*/ 339471 h 1458087"/>
              <a:gd name="connsiteX100" fmla="*/ 2127028 w 3308032"/>
              <a:gd name="connsiteY100" fmla="*/ 321278 h 1458087"/>
              <a:gd name="connsiteX101" fmla="*/ 2112359 w 3308032"/>
              <a:gd name="connsiteY101" fmla="*/ 292227 h 1458087"/>
              <a:gd name="connsiteX102" fmla="*/ 2126456 w 3308032"/>
              <a:gd name="connsiteY102" fmla="*/ 261366 h 1458087"/>
              <a:gd name="connsiteX103" fmla="*/ 2167795 w 3308032"/>
              <a:gd name="connsiteY103" fmla="*/ 249460 h 1458087"/>
              <a:gd name="connsiteX104" fmla="*/ 2211515 w 3308032"/>
              <a:gd name="connsiteY104" fmla="*/ 258413 h 1458087"/>
              <a:gd name="connsiteX105" fmla="*/ 2247043 w 3308032"/>
              <a:gd name="connsiteY105" fmla="*/ 285179 h 1458087"/>
              <a:gd name="connsiteX106" fmla="*/ 2298764 w 3308032"/>
              <a:gd name="connsiteY106" fmla="*/ 238316 h 1458087"/>
              <a:gd name="connsiteX107" fmla="*/ 2243328 w 3308032"/>
              <a:gd name="connsiteY107" fmla="*/ 196596 h 1458087"/>
              <a:gd name="connsiteX108" fmla="*/ 2170367 w 3308032"/>
              <a:gd name="connsiteY108" fmla="*/ 182785 h 1458087"/>
              <a:gd name="connsiteX109" fmla="*/ 2069211 w 3308032"/>
              <a:gd name="connsiteY109" fmla="*/ 214598 h 1458087"/>
              <a:gd name="connsiteX110" fmla="*/ 2029015 w 3308032"/>
              <a:gd name="connsiteY110" fmla="*/ 302228 h 1458087"/>
              <a:gd name="connsiteX111" fmla="*/ 2058638 w 3308032"/>
              <a:gd name="connsiteY111" fmla="*/ 375380 h 1458087"/>
              <a:gd name="connsiteX112" fmla="*/ 2163032 w 3308032"/>
              <a:gd name="connsiteY112" fmla="*/ 417957 h 1458087"/>
              <a:gd name="connsiteX113" fmla="*/ 2208943 w 3308032"/>
              <a:gd name="connsiteY113" fmla="*/ 435959 h 1458087"/>
              <a:gd name="connsiteX114" fmla="*/ 2224373 w 3308032"/>
              <a:gd name="connsiteY114" fmla="*/ 467011 h 1458087"/>
              <a:gd name="connsiteX115" fmla="*/ 2207990 w 3308032"/>
              <a:gd name="connsiteY115" fmla="*/ 502158 h 1458087"/>
              <a:gd name="connsiteX116" fmla="*/ 2162271 w 3308032"/>
              <a:gd name="connsiteY116" fmla="*/ 514636 h 1458087"/>
              <a:gd name="connsiteX117" fmla="*/ 2112645 w 3308032"/>
              <a:gd name="connsiteY117" fmla="*/ 502920 h 1458087"/>
              <a:gd name="connsiteX118" fmla="*/ 2068163 w 3308032"/>
              <a:gd name="connsiteY118" fmla="*/ 463677 h 1458087"/>
              <a:gd name="connsiteX119" fmla="*/ 2014633 w 3308032"/>
              <a:gd name="connsiteY119" fmla="*/ 511683 h 1458087"/>
              <a:gd name="connsiteX120" fmla="*/ 2074926 w 3308032"/>
              <a:gd name="connsiteY120" fmla="*/ 563785 h 1458087"/>
              <a:gd name="connsiteX121" fmla="*/ 2161604 w 3308032"/>
              <a:gd name="connsiteY121" fmla="*/ 581692 h 1458087"/>
              <a:gd name="connsiteX122" fmla="*/ 2267617 w 3308032"/>
              <a:gd name="connsiteY122" fmla="*/ 547878 h 1458087"/>
              <a:gd name="connsiteX123" fmla="*/ 2717292 w 3308032"/>
              <a:gd name="connsiteY123" fmla="*/ 237554 h 1458087"/>
              <a:gd name="connsiteX124" fmla="*/ 2769584 w 3308032"/>
              <a:gd name="connsiteY124" fmla="*/ 378905 h 1458087"/>
              <a:gd name="connsiteX125" fmla="*/ 2714530 w 3308032"/>
              <a:gd name="connsiteY125" fmla="*/ 524542 h 1458087"/>
              <a:gd name="connsiteX126" fmla="*/ 2569083 w 3308032"/>
              <a:gd name="connsiteY126" fmla="*/ 581692 h 1458087"/>
              <a:gd name="connsiteX127" fmla="*/ 2424875 w 3308032"/>
              <a:gd name="connsiteY127" fmla="*/ 528447 h 1458087"/>
              <a:gd name="connsiteX128" fmla="*/ 2371439 w 3308032"/>
              <a:gd name="connsiteY128" fmla="*/ 385191 h 1458087"/>
              <a:gd name="connsiteX129" fmla="*/ 2428018 w 3308032"/>
              <a:gd name="connsiteY129" fmla="*/ 238411 h 1458087"/>
              <a:gd name="connsiteX130" fmla="*/ 2574227 w 3308032"/>
              <a:gd name="connsiteY130" fmla="*/ 182785 h 1458087"/>
              <a:gd name="connsiteX131" fmla="*/ 2717292 w 3308032"/>
              <a:gd name="connsiteY131" fmla="*/ 237458 h 1458087"/>
              <a:gd name="connsiteX132" fmla="*/ 2678430 w 3308032"/>
              <a:gd name="connsiteY132" fmla="*/ 381191 h 1458087"/>
              <a:gd name="connsiteX133" fmla="*/ 2650522 w 3308032"/>
              <a:gd name="connsiteY133" fmla="*/ 289655 h 1458087"/>
              <a:gd name="connsiteX134" fmla="*/ 2572036 w 3308032"/>
              <a:gd name="connsiteY134" fmla="*/ 255079 h 1458087"/>
              <a:gd name="connsiteX135" fmla="*/ 2492216 w 3308032"/>
              <a:gd name="connsiteY135" fmla="*/ 290798 h 1458087"/>
              <a:gd name="connsiteX136" fmla="*/ 2462308 w 3308032"/>
              <a:gd name="connsiteY136" fmla="*/ 383477 h 1458087"/>
              <a:gd name="connsiteX137" fmla="*/ 2491931 w 3308032"/>
              <a:gd name="connsiteY137" fmla="*/ 476155 h 1458087"/>
              <a:gd name="connsiteX138" fmla="*/ 2572512 w 3308032"/>
              <a:gd name="connsiteY138" fmla="*/ 509969 h 1458087"/>
              <a:gd name="connsiteX139" fmla="*/ 2650808 w 3308032"/>
              <a:gd name="connsiteY139" fmla="*/ 475012 h 1458087"/>
              <a:gd name="connsiteX140" fmla="*/ 2678525 w 3308032"/>
              <a:gd name="connsiteY140" fmla="*/ 381286 h 1458087"/>
              <a:gd name="connsiteX141" fmla="*/ 3280410 w 3308032"/>
              <a:gd name="connsiteY141" fmla="*/ 494729 h 1458087"/>
              <a:gd name="connsiteX142" fmla="*/ 3257360 w 3308032"/>
              <a:gd name="connsiteY142" fmla="*/ 507397 h 1458087"/>
              <a:gd name="connsiteX143" fmla="*/ 3236500 w 3308032"/>
              <a:gd name="connsiteY143" fmla="*/ 511112 h 1458087"/>
              <a:gd name="connsiteX144" fmla="*/ 3205258 w 3308032"/>
              <a:gd name="connsiteY144" fmla="*/ 497872 h 1458087"/>
              <a:gd name="connsiteX145" fmla="*/ 3194114 w 3308032"/>
              <a:gd name="connsiteY145" fmla="*/ 456724 h 1458087"/>
              <a:gd name="connsiteX146" fmla="*/ 3194114 w 3308032"/>
              <a:gd name="connsiteY146" fmla="*/ 260985 h 1458087"/>
              <a:gd name="connsiteX147" fmla="*/ 3291269 w 3308032"/>
              <a:gd name="connsiteY147" fmla="*/ 260985 h 1458087"/>
              <a:gd name="connsiteX148" fmla="*/ 3291269 w 3308032"/>
              <a:gd name="connsiteY148" fmla="*/ 191738 h 1458087"/>
              <a:gd name="connsiteX149" fmla="*/ 3194114 w 3308032"/>
              <a:gd name="connsiteY149" fmla="*/ 191738 h 1458087"/>
              <a:gd name="connsiteX150" fmla="*/ 3194114 w 3308032"/>
              <a:gd name="connsiteY150" fmla="*/ 82677 h 1458087"/>
              <a:gd name="connsiteX151" fmla="*/ 3105150 w 3308032"/>
              <a:gd name="connsiteY151" fmla="*/ 98298 h 1458087"/>
              <a:gd name="connsiteX152" fmla="*/ 3105150 w 3308032"/>
              <a:gd name="connsiteY152" fmla="*/ 191643 h 1458087"/>
              <a:gd name="connsiteX153" fmla="*/ 2957227 w 3308032"/>
              <a:gd name="connsiteY153" fmla="*/ 191643 h 1458087"/>
              <a:gd name="connsiteX154" fmla="*/ 2957227 w 3308032"/>
              <a:gd name="connsiteY154" fmla="*/ 130969 h 1458087"/>
              <a:gd name="connsiteX155" fmla="*/ 2970086 w 3308032"/>
              <a:gd name="connsiteY155" fmla="*/ 86297 h 1458087"/>
              <a:gd name="connsiteX156" fmla="*/ 3006757 w 3308032"/>
              <a:gd name="connsiteY156" fmla="*/ 71438 h 1458087"/>
              <a:gd name="connsiteX157" fmla="*/ 3029236 w 3308032"/>
              <a:gd name="connsiteY157" fmla="*/ 74962 h 1458087"/>
              <a:gd name="connsiteX158" fmla="*/ 3049143 w 3308032"/>
              <a:gd name="connsiteY158" fmla="*/ 84868 h 1458087"/>
              <a:gd name="connsiteX159" fmla="*/ 3085624 w 3308032"/>
              <a:gd name="connsiteY159" fmla="*/ 20479 h 1458087"/>
              <a:gd name="connsiteX160" fmla="*/ 3045429 w 3308032"/>
              <a:gd name="connsiteY160" fmla="*/ 5048 h 1458087"/>
              <a:gd name="connsiteX161" fmla="*/ 3003042 w 3308032"/>
              <a:gd name="connsiteY161" fmla="*/ 0 h 1458087"/>
              <a:gd name="connsiteX162" fmla="*/ 2903887 w 3308032"/>
              <a:gd name="connsiteY162" fmla="*/ 34957 h 1458087"/>
              <a:gd name="connsiteX163" fmla="*/ 2868740 w 3308032"/>
              <a:gd name="connsiteY163" fmla="*/ 130207 h 1458087"/>
              <a:gd name="connsiteX164" fmla="*/ 2868740 w 3308032"/>
              <a:gd name="connsiteY164" fmla="*/ 191643 h 1458087"/>
              <a:gd name="connsiteX165" fmla="*/ 2803970 w 3308032"/>
              <a:gd name="connsiteY165" fmla="*/ 191643 h 1458087"/>
              <a:gd name="connsiteX166" fmla="*/ 2803970 w 3308032"/>
              <a:gd name="connsiteY166" fmla="*/ 260890 h 1458087"/>
              <a:gd name="connsiteX167" fmla="*/ 2868740 w 3308032"/>
              <a:gd name="connsiteY167" fmla="*/ 260890 h 1458087"/>
              <a:gd name="connsiteX168" fmla="*/ 2868740 w 3308032"/>
              <a:gd name="connsiteY168" fmla="*/ 572643 h 1458087"/>
              <a:gd name="connsiteX169" fmla="*/ 2957322 w 3308032"/>
              <a:gd name="connsiteY169" fmla="*/ 572643 h 1458087"/>
              <a:gd name="connsiteX170" fmla="*/ 2957322 w 3308032"/>
              <a:gd name="connsiteY170" fmla="*/ 260890 h 1458087"/>
              <a:gd name="connsiteX171" fmla="*/ 3105246 w 3308032"/>
              <a:gd name="connsiteY171" fmla="*/ 260890 h 1458087"/>
              <a:gd name="connsiteX172" fmla="*/ 3105246 w 3308032"/>
              <a:gd name="connsiteY172" fmla="*/ 469297 h 1458087"/>
              <a:gd name="connsiteX173" fmla="*/ 3133535 w 3308032"/>
              <a:gd name="connsiteY173" fmla="*/ 553022 h 1458087"/>
              <a:gd name="connsiteX174" fmla="*/ 3218021 w 3308032"/>
              <a:gd name="connsiteY174" fmla="*/ 581692 h 1458087"/>
              <a:gd name="connsiteX175" fmla="*/ 3269171 w 3308032"/>
              <a:gd name="connsiteY175" fmla="*/ 574453 h 1458087"/>
              <a:gd name="connsiteX176" fmla="*/ 3308033 w 3308032"/>
              <a:gd name="connsiteY176" fmla="*/ 554926 h 1458087"/>
              <a:gd name="connsiteX177" fmla="*/ 3280505 w 3308032"/>
              <a:gd name="connsiteY177" fmla="*/ 494633 h 1458087"/>
              <a:gd name="connsiteX178" fmla="*/ 301181 w 3308032"/>
              <a:gd name="connsiteY178" fmla="*/ 915543 h 1458087"/>
              <a:gd name="connsiteX179" fmla="*/ 497300 w 3308032"/>
              <a:gd name="connsiteY179" fmla="*/ 1449134 h 1458087"/>
              <a:gd name="connsiteX180" fmla="*/ 399860 w 3308032"/>
              <a:gd name="connsiteY180" fmla="*/ 1449134 h 1458087"/>
              <a:gd name="connsiteX181" fmla="*/ 354139 w 3308032"/>
              <a:gd name="connsiteY181" fmla="*/ 1324166 h 1458087"/>
              <a:gd name="connsiteX182" fmla="*/ 140970 w 3308032"/>
              <a:gd name="connsiteY182" fmla="*/ 1324166 h 1458087"/>
              <a:gd name="connsiteX183" fmla="*/ 97441 w 3308032"/>
              <a:gd name="connsiteY183" fmla="*/ 1449134 h 1458087"/>
              <a:gd name="connsiteX184" fmla="*/ 0 w 3308032"/>
              <a:gd name="connsiteY184" fmla="*/ 1449134 h 1458087"/>
              <a:gd name="connsiteX185" fmla="*/ 197930 w 3308032"/>
              <a:gd name="connsiteY185" fmla="*/ 915543 h 1458087"/>
              <a:gd name="connsiteX186" fmla="*/ 301371 w 3308032"/>
              <a:gd name="connsiteY186" fmla="*/ 915543 h 1458087"/>
              <a:gd name="connsiteX187" fmla="*/ 329851 w 3308032"/>
              <a:gd name="connsiteY187" fmla="*/ 1247108 h 1458087"/>
              <a:gd name="connsiteX188" fmla="*/ 257651 w 3308032"/>
              <a:gd name="connsiteY188" fmla="*/ 1037654 h 1458087"/>
              <a:gd name="connsiteX189" fmla="*/ 252984 w 3308032"/>
              <a:gd name="connsiteY189" fmla="*/ 1022795 h 1458087"/>
              <a:gd name="connsiteX190" fmla="*/ 248317 w 3308032"/>
              <a:gd name="connsiteY190" fmla="*/ 1006412 h 1458087"/>
              <a:gd name="connsiteX191" fmla="*/ 246126 w 3308032"/>
              <a:gd name="connsiteY191" fmla="*/ 1006412 h 1458087"/>
              <a:gd name="connsiteX192" fmla="*/ 241459 w 3308032"/>
              <a:gd name="connsiteY192" fmla="*/ 1022223 h 1458087"/>
              <a:gd name="connsiteX193" fmla="*/ 236411 w 3308032"/>
              <a:gd name="connsiteY193" fmla="*/ 1037654 h 1458087"/>
              <a:gd name="connsiteX194" fmla="*/ 164973 w 3308032"/>
              <a:gd name="connsiteY194" fmla="*/ 1247108 h 1458087"/>
              <a:gd name="connsiteX195" fmla="*/ 329756 w 3308032"/>
              <a:gd name="connsiteY195" fmla="*/ 1247108 h 1458087"/>
              <a:gd name="connsiteX196" fmla="*/ 557403 w 3308032"/>
              <a:gd name="connsiteY196" fmla="*/ 1449134 h 1458087"/>
              <a:gd name="connsiteX197" fmla="*/ 648557 w 3308032"/>
              <a:gd name="connsiteY197" fmla="*/ 1449134 h 1458087"/>
              <a:gd name="connsiteX198" fmla="*/ 648557 w 3308032"/>
              <a:gd name="connsiteY198" fmla="*/ 915543 h 1458087"/>
              <a:gd name="connsiteX199" fmla="*/ 557403 w 3308032"/>
              <a:gd name="connsiteY199" fmla="*/ 915543 h 1458087"/>
              <a:gd name="connsiteX200" fmla="*/ 557403 w 3308032"/>
              <a:gd name="connsiteY200" fmla="*/ 1449134 h 1458087"/>
              <a:gd name="connsiteX201" fmla="*/ 1271778 w 3308032"/>
              <a:gd name="connsiteY201" fmla="*/ 915543 h 1458087"/>
              <a:gd name="connsiteX202" fmla="*/ 883730 w 3308032"/>
              <a:gd name="connsiteY202" fmla="*/ 915543 h 1458087"/>
              <a:gd name="connsiteX203" fmla="*/ 883730 w 3308032"/>
              <a:gd name="connsiteY203" fmla="*/ 992600 h 1458087"/>
              <a:gd name="connsiteX204" fmla="*/ 1031843 w 3308032"/>
              <a:gd name="connsiteY204" fmla="*/ 992600 h 1458087"/>
              <a:gd name="connsiteX205" fmla="*/ 1031843 w 3308032"/>
              <a:gd name="connsiteY205" fmla="*/ 1449134 h 1458087"/>
              <a:gd name="connsiteX206" fmla="*/ 1122998 w 3308032"/>
              <a:gd name="connsiteY206" fmla="*/ 1449134 h 1458087"/>
              <a:gd name="connsiteX207" fmla="*/ 1122998 w 3308032"/>
              <a:gd name="connsiteY207" fmla="*/ 992600 h 1458087"/>
              <a:gd name="connsiteX208" fmla="*/ 1271778 w 3308032"/>
              <a:gd name="connsiteY208" fmla="*/ 992600 h 1458087"/>
              <a:gd name="connsiteX209" fmla="*/ 1271778 w 3308032"/>
              <a:gd name="connsiteY209" fmla="*/ 915543 h 1458087"/>
              <a:gd name="connsiteX210" fmla="*/ 1581340 w 3308032"/>
              <a:gd name="connsiteY210" fmla="*/ 1113854 h 1458087"/>
              <a:gd name="connsiteX211" fmla="*/ 1633633 w 3308032"/>
              <a:gd name="connsiteY211" fmla="*/ 1255205 h 1458087"/>
              <a:gd name="connsiteX212" fmla="*/ 1578578 w 3308032"/>
              <a:gd name="connsiteY212" fmla="*/ 1400842 h 1458087"/>
              <a:gd name="connsiteX213" fmla="*/ 1433132 w 3308032"/>
              <a:gd name="connsiteY213" fmla="*/ 1457992 h 1458087"/>
              <a:gd name="connsiteX214" fmla="*/ 1288923 w 3308032"/>
              <a:gd name="connsiteY214" fmla="*/ 1404747 h 1458087"/>
              <a:gd name="connsiteX215" fmla="*/ 1235488 w 3308032"/>
              <a:gd name="connsiteY215" fmla="*/ 1261491 h 1458087"/>
              <a:gd name="connsiteX216" fmla="*/ 1292066 w 3308032"/>
              <a:gd name="connsiteY216" fmla="*/ 1114711 h 1458087"/>
              <a:gd name="connsiteX217" fmla="*/ 1438275 w 3308032"/>
              <a:gd name="connsiteY217" fmla="*/ 1059085 h 1458087"/>
              <a:gd name="connsiteX218" fmla="*/ 1581340 w 3308032"/>
              <a:gd name="connsiteY218" fmla="*/ 1113758 h 1458087"/>
              <a:gd name="connsiteX219" fmla="*/ 1542479 w 3308032"/>
              <a:gd name="connsiteY219" fmla="*/ 1257491 h 1458087"/>
              <a:gd name="connsiteX220" fmla="*/ 1514570 w 3308032"/>
              <a:gd name="connsiteY220" fmla="*/ 1165955 h 1458087"/>
              <a:gd name="connsiteX221" fmla="*/ 1436084 w 3308032"/>
              <a:gd name="connsiteY221" fmla="*/ 1131380 h 1458087"/>
              <a:gd name="connsiteX222" fmla="*/ 1356265 w 3308032"/>
              <a:gd name="connsiteY222" fmla="*/ 1167098 h 1458087"/>
              <a:gd name="connsiteX223" fmla="*/ 1326356 w 3308032"/>
              <a:gd name="connsiteY223" fmla="*/ 1259777 h 1458087"/>
              <a:gd name="connsiteX224" fmla="*/ 1355979 w 3308032"/>
              <a:gd name="connsiteY224" fmla="*/ 1352455 h 1458087"/>
              <a:gd name="connsiteX225" fmla="*/ 1436561 w 3308032"/>
              <a:gd name="connsiteY225" fmla="*/ 1386269 h 1458087"/>
              <a:gd name="connsiteX226" fmla="*/ 1514856 w 3308032"/>
              <a:gd name="connsiteY226" fmla="*/ 1351312 h 1458087"/>
              <a:gd name="connsiteX227" fmla="*/ 1542574 w 3308032"/>
              <a:gd name="connsiteY227" fmla="*/ 1257586 h 1458087"/>
              <a:gd name="connsiteX228" fmla="*/ 1951577 w 3308032"/>
              <a:gd name="connsiteY228" fmla="*/ 1285399 h 1458087"/>
              <a:gd name="connsiteX229" fmla="*/ 1926622 w 3308032"/>
              <a:gd name="connsiteY229" fmla="*/ 1357598 h 1458087"/>
              <a:gd name="connsiteX230" fmla="*/ 1862233 w 3308032"/>
              <a:gd name="connsiteY230" fmla="*/ 1386269 h 1458087"/>
              <a:gd name="connsiteX231" fmla="*/ 1805273 w 3308032"/>
              <a:gd name="connsiteY231" fmla="*/ 1362266 h 1458087"/>
              <a:gd name="connsiteX232" fmla="*/ 1787081 w 3308032"/>
              <a:gd name="connsiteY232" fmla="*/ 1290638 h 1458087"/>
              <a:gd name="connsiteX233" fmla="*/ 1787081 w 3308032"/>
              <a:gd name="connsiteY233" fmla="*/ 1068134 h 1458087"/>
              <a:gd name="connsiteX234" fmla="*/ 1698498 w 3308032"/>
              <a:gd name="connsiteY234" fmla="*/ 1068134 h 1458087"/>
              <a:gd name="connsiteX235" fmla="*/ 1698498 w 3308032"/>
              <a:gd name="connsiteY235" fmla="*/ 1302544 h 1458087"/>
              <a:gd name="connsiteX236" fmla="*/ 1732502 w 3308032"/>
              <a:gd name="connsiteY236" fmla="*/ 1418463 h 1458087"/>
              <a:gd name="connsiteX237" fmla="*/ 1833563 w 3308032"/>
              <a:gd name="connsiteY237" fmla="*/ 1458087 h 1458087"/>
              <a:gd name="connsiteX238" fmla="*/ 1899571 w 3308032"/>
              <a:gd name="connsiteY238" fmla="*/ 1441514 h 1458087"/>
              <a:gd name="connsiteX239" fmla="*/ 1949577 w 3308032"/>
              <a:gd name="connsiteY239" fmla="*/ 1397413 h 1458087"/>
              <a:gd name="connsiteX240" fmla="*/ 1951482 w 3308032"/>
              <a:gd name="connsiteY240" fmla="*/ 1397413 h 1458087"/>
              <a:gd name="connsiteX241" fmla="*/ 1951482 w 3308032"/>
              <a:gd name="connsiteY241" fmla="*/ 1449134 h 1458087"/>
              <a:gd name="connsiteX242" fmla="*/ 2040446 w 3308032"/>
              <a:gd name="connsiteY242" fmla="*/ 1449134 h 1458087"/>
              <a:gd name="connsiteX243" fmla="*/ 2040446 w 3308032"/>
              <a:gd name="connsiteY243" fmla="*/ 1068134 h 1458087"/>
              <a:gd name="connsiteX244" fmla="*/ 1951482 w 3308032"/>
              <a:gd name="connsiteY244" fmla="*/ 1068134 h 1458087"/>
              <a:gd name="connsiteX245" fmla="*/ 1951482 w 3308032"/>
              <a:gd name="connsiteY245" fmla="*/ 1285399 h 1458087"/>
              <a:gd name="connsiteX246" fmla="*/ 2326767 w 3308032"/>
              <a:gd name="connsiteY246" fmla="*/ 1061466 h 1458087"/>
              <a:gd name="connsiteX247" fmla="*/ 2266474 w 3308032"/>
              <a:gd name="connsiteY247" fmla="*/ 1080992 h 1458087"/>
              <a:gd name="connsiteX248" fmla="*/ 2227040 w 3308032"/>
              <a:gd name="connsiteY248" fmla="*/ 1136999 h 1458087"/>
              <a:gd name="connsiteX249" fmla="*/ 2225516 w 3308032"/>
              <a:gd name="connsiteY249" fmla="*/ 1136999 h 1458087"/>
              <a:gd name="connsiteX250" fmla="*/ 2225516 w 3308032"/>
              <a:gd name="connsiteY250" fmla="*/ 1068134 h 1458087"/>
              <a:gd name="connsiteX251" fmla="*/ 2136553 w 3308032"/>
              <a:gd name="connsiteY251" fmla="*/ 1068134 h 1458087"/>
              <a:gd name="connsiteX252" fmla="*/ 2136553 w 3308032"/>
              <a:gd name="connsiteY252" fmla="*/ 1449134 h 1458087"/>
              <a:gd name="connsiteX253" fmla="*/ 2225516 w 3308032"/>
              <a:gd name="connsiteY253" fmla="*/ 1449134 h 1458087"/>
              <a:gd name="connsiteX254" fmla="*/ 2225516 w 3308032"/>
              <a:gd name="connsiteY254" fmla="*/ 1260824 h 1458087"/>
              <a:gd name="connsiteX255" fmla="*/ 2249138 w 3308032"/>
              <a:gd name="connsiteY255" fmla="*/ 1172623 h 1458087"/>
              <a:gd name="connsiteX256" fmla="*/ 2311051 w 3308032"/>
              <a:gd name="connsiteY256" fmla="*/ 1139095 h 1458087"/>
              <a:gd name="connsiteX257" fmla="*/ 2334292 w 3308032"/>
              <a:gd name="connsiteY257" fmla="*/ 1141476 h 1458087"/>
              <a:gd name="connsiteX258" fmla="*/ 2356104 w 3308032"/>
              <a:gd name="connsiteY258" fmla="*/ 1147953 h 1458087"/>
              <a:gd name="connsiteX259" fmla="*/ 2379917 w 3308032"/>
              <a:gd name="connsiteY259" fmla="*/ 1072039 h 1458087"/>
              <a:gd name="connsiteX260" fmla="*/ 2353532 w 3308032"/>
              <a:gd name="connsiteY260" fmla="*/ 1063466 h 1458087"/>
              <a:gd name="connsiteX261" fmla="*/ 2326767 w 3308032"/>
              <a:gd name="connsiteY261" fmla="*/ 1061276 h 1458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</a:cxnLst>
            <a:rect l="l" t="t" r="r" b="b"/>
            <a:pathLst>
              <a:path w="3308032" h="1458087">
                <a:moveTo>
                  <a:pt x="542449" y="193453"/>
                </a:moveTo>
                <a:cubicBezTo>
                  <a:pt x="542830" y="180404"/>
                  <a:pt x="543116" y="165640"/>
                  <a:pt x="543401" y="148971"/>
                </a:cubicBezTo>
                <a:lnTo>
                  <a:pt x="541211" y="148971"/>
                </a:lnTo>
                <a:cubicBezTo>
                  <a:pt x="539020" y="156400"/>
                  <a:pt x="536829" y="162877"/>
                  <a:pt x="534924" y="168497"/>
                </a:cubicBezTo>
                <a:cubicBezTo>
                  <a:pt x="532924" y="174117"/>
                  <a:pt x="530733" y="180023"/>
                  <a:pt x="528257" y="186214"/>
                </a:cubicBezTo>
                <a:lnTo>
                  <a:pt x="374618" y="572834"/>
                </a:lnTo>
                <a:lnTo>
                  <a:pt x="310229" y="572834"/>
                </a:lnTo>
                <a:lnTo>
                  <a:pt x="155448" y="189643"/>
                </a:lnTo>
                <a:cubicBezTo>
                  <a:pt x="153448" y="183928"/>
                  <a:pt x="151447" y="178213"/>
                  <a:pt x="149352" y="172307"/>
                </a:cubicBezTo>
                <a:cubicBezTo>
                  <a:pt x="147257" y="166497"/>
                  <a:pt x="144589" y="158687"/>
                  <a:pt x="141351" y="149066"/>
                </a:cubicBezTo>
                <a:lnTo>
                  <a:pt x="139160" y="149066"/>
                </a:lnTo>
                <a:cubicBezTo>
                  <a:pt x="139637" y="164497"/>
                  <a:pt x="140018" y="180023"/>
                  <a:pt x="140303" y="195739"/>
                </a:cubicBezTo>
                <a:cubicBezTo>
                  <a:pt x="140589" y="211455"/>
                  <a:pt x="140684" y="228410"/>
                  <a:pt x="140684" y="246507"/>
                </a:cubicBezTo>
                <a:lnTo>
                  <a:pt x="140684" y="572834"/>
                </a:lnTo>
                <a:lnTo>
                  <a:pt x="55817" y="572834"/>
                </a:lnTo>
                <a:lnTo>
                  <a:pt x="55817" y="39243"/>
                </a:lnTo>
                <a:lnTo>
                  <a:pt x="185642" y="39243"/>
                </a:lnTo>
                <a:lnTo>
                  <a:pt x="322231" y="383381"/>
                </a:lnTo>
                <a:cubicBezTo>
                  <a:pt x="327470" y="396050"/>
                  <a:pt x="331565" y="406813"/>
                  <a:pt x="334709" y="415576"/>
                </a:cubicBezTo>
                <a:cubicBezTo>
                  <a:pt x="337852" y="424339"/>
                  <a:pt x="340805" y="434150"/>
                  <a:pt x="343853" y="444817"/>
                </a:cubicBezTo>
                <a:lnTo>
                  <a:pt x="346043" y="444817"/>
                </a:lnTo>
                <a:cubicBezTo>
                  <a:pt x="350520" y="432911"/>
                  <a:pt x="354520" y="422148"/>
                  <a:pt x="358140" y="412433"/>
                </a:cubicBezTo>
                <a:cubicBezTo>
                  <a:pt x="361760" y="402717"/>
                  <a:pt x="365474" y="392716"/>
                  <a:pt x="369475" y="382334"/>
                </a:cubicBezTo>
                <a:lnTo>
                  <a:pt x="507873" y="39243"/>
                </a:lnTo>
                <a:lnTo>
                  <a:pt x="632555" y="39243"/>
                </a:lnTo>
                <a:lnTo>
                  <a:pt x="632555" y="572834"/>
                </a:lnTo>
                <a:lnTo>
                  <a:pt x="542163" y="572834"/>
                </a:lnTo>
                <a:lnTo>
                  <a:pt x="542163" y="234220"/>
                </a:lnTo>
                <a:cubicBezTo>
                  <a:pt x="542163" y="220123"/>
                  <a:pt x="542354" y="206502"/>
                  <a:pt x="542735" y="193453"/>
                </a:cubicBezTo>
                <a:close/>
                <a:moveTo>
                  <a:pt x="768001" y="14383"/>
                </a:moveTo>
                <a:cubicBezTo>
                  <a:pt x="751904" y="14383"/>
                  <a:pt x="738759" y="19431"/>
                  <a:pt x="728567" y="29623"/>
                </a:cubicBezTo>
                <a:cubicBezTo>
                  <a:pt x="718376" y="39815"/>
                  <a:pt x="713327" y="52292"/>
                  <a:pt x="713327" y="67247"/>
                </a:cubicBezTo>
                <a:cubicBezTo>
                  <a:pt x="713327" y="82201"/>
                  <a:pt x="718376" y="94488"/>
                  <a:pt x="728567" y="104966"/>
                </a:cubicBezTo>
                <a:cubicBezTo>
                  <a:pt x="738759" y="115538"/>
                  <a:pt x="751904" y="120777"/>
                  <a:pt x="768001" y="120777"/>
                </a:cubicBezTo>
                <a:cubicBezTo>
                  <a:pt x="784098" y="120777"/>
                  <a:pt x="798005" y="115729"/>
                  <a:pt x="808196" y="105537"/>
                </a:cubicBezTo>
                <a:cubicBezTo>
                  <a:pt x="818388" y="95345"/>
                  <a:pt x="823436" y="82677"/>
                  <a:pt x="823436" y="67627"/>
                </a:cubicBezTo>
                <a:cubicBezTo>
                  <a:pt x="823436" y="52578"/>
                  <a:pt x="818388" y="39815"/>
                  <a:pt x="808196" y="29718"/>
                </a:cubicBezTo>
                <a:cubicBezTo>
                  <a:pt x="798005" y="19526"/>
                  <a:pt x="784669" y="14478"/>
                  <a:pt x="768001" y="14478"/>
                </a:cubicBezTo>
                <a:close/>
                <a:moveTo>
                  <a:pt x="723329" y="572834"/>
                </a:moveTo>
                <a:lnTo>
                  <a:pt x="812292" y="572834"/>
                </a:lnTo>
                <a:lnTo>
                  <a:pt x="812292" y="191834"/>
                </a:lnTo>
                <a:lnTo>
                  <a:pt x="723329" y="191834"/>
                </a:lnTo>
                <a:lnTo>
                  <a:pt x="723329" y="572834"/>
                </a:lnTo>
                <a:close/>
                <a:moveTo>
                  <a:pt x="1079278" y="581787"/>
                </a:moveTo>
                <a:cubicBezTo>
                  <a:pt x="1112234" y="581787"/>
                  <a:pt x="1142238" y="575120"/>
                  <a:pt x="1169099" y="561689"/>
                </a:cubicBezTo>
                <a:cubicBezTo>
                  <a:pt x="1195959" y="548259"/>
                  <a:pt x="1217867" y="527876"/>
                  <a:pt x="1234726" y="500253"/>
                </a:cubicBezTo>
                <a:lnTo>
                  <a:pt x="1165860" y="461582"/>
                </a:lnTo>
                <a:cubicBezTo>
                  <a:pt x="1154716" y="478250"/>
                  <a:pt x="1142048" y="490061"/>
                  <a:pt x="1127951" y="497110"/>
                </a:cubicBezTo>
                <a:cubicBezTo>
                  <a:pt x="1113854" y="504158"/>
                  <a:pt x="1098328" y="507683"/>
                  <a:pt x="1081469" y="507683"/>
                </a:cubicBezTo>
                <a:cubicBezTo>
                  <a:pt x="1049179" y="507683"/>
                  <a:pt x="1023461" y="496919"/>
                  <a:pt x="1004126" y="475298"/>
                </a:cubicBezTo>
                <a:cubicBezTo>
                  <a:pt x="984790" y="453676"/>
                  <a:pt x="975074" y="423005"/>
                  <a:pt x="975074" y="383000"/>
                </a:cubicBezTo>
                <a:cubicBezTo>
                  <a:pt x="975074" y="342995"/>
                  <a:pt x="984885" y="311087"/>
                  <a:pt x="1004506" y="288512"/>
                </a:cubicBezTo>
                <a:cubicBezTo>
                  <a:pt x="1024128" y="265938"/>
                  <a:pt x="1048988" y="254699"/>
                  <a:pt x="1079278" y="254699"/>
                </a:cubicBezTo>
                <a:cubicBezTo>
                  <a:pt x="1096613" y="254699"/>
                  <a:pt x="1112044" y="258318"/>
                  <a:pt x="1125379" y="265462"/>
                </a:cubicBezTo>
                <a:cubicBezTo>
                  <a:pt x="1138809" y="272701"/>
                  <a:pt x="1151192" y="284798"/>
                  <a:pt x="1162622" y="301943"/>
                </a:cubicBezTo>
                <a:lnTo>
                  <a:pt x="1232535" y="267367"/>
                </a:lnTo>
                <a:cubicBezTo>
                  <a:pt x="1219105" y="239554"/>
                  <a:pt x="1199102" y="218599"/>
                  <a:pt x="1172432" y="204311"/>
                </a:cubicBezTo>
                <a:cubicBezTo>
                  <a:pt x="1145762" y="190024"/>
                  <a:pt x="1115663" y="182880"/>
                  <a:pt x="1082231" y="182880"/>
                </a:cubicBezTo>
                <a:cubicBezTo>
                  <a:pt x="1023652" y="182880"/>
                  <a:pt x="976027" y="201263"/>
                  <a:pt x="939356" y="238125"/>
                </a:cubicBezTo>
                <a:cubicBezTo>
                  <a:pt x="902589" y="274987"/>
                  <a:pt x="884301" y="325279"/>
                  <a:pt x="884301" y="389001"/>
                </a:cubicBezTo>
                <a:cubicBezTo>
                  <a:pt x="884301" y="447008"/>
                  <a:pt x="901541" y="493681"/>
                  <a:pt x="936022" y="528923"/>
                </a:cubicBezTo>
                <a:cubicBezTo>
                  <a:pt x="970502" y="564166"/>
                  <a:pt x="1018223" y="581787"/>
                  <a:pt x="1079278" y="581787"/>
                </a:cubicBezTo>
                <a:close/>
                <a:moveTo>
                  <a:pt x="1393031" y="384524"/>
                </a:moveTo>
                <a:cubicBezTo>
                  <a:pt x="1393031" y="348044"/>
                  <a:pt x="1400937" y="318707"/>
                  <a:pt x="1416653" y="296323"/>
                </a:cubicBezTo>
                <a:cubicBezTo>
                  <a:pt x="1432370" y="274034"/>
                  <a:pt x="1453039" y="262795"/>
                  <a:pt x="1478566" y="262795"/>
                </a:cubicBezTo>
                <a:cubicBezTo>
                  <a:pt x="1486757" y="262795"/>
                  <a:pt x="1494473" y="263557"/>
                  <a:pt x="1501807" y="265176"/>
                </a:cubicBezTo>
                <a:cubicBezTo>
                  <a:pt x="1509141" y="266795"/>
                  <a:pt x="1516380" y="268986"/>
                  <a:pt x="1523619" y="271653"/>
                </a:cubicBezTo>
                <a:lnTo>
                  <a:pt x="1547432" y="195739"/>
                </a:lnTo>
                <a:cubicBezTo>
                  <a:pt x="1538002" y="191548"/>
                  <a:pt x="1529239" y="188690"/>
                  <a:pt x="1521047" y="187166"/>
                </a:cubicBezTo>
                <a:cubicBezTo>
                  <a:pt x="1512856" y="185642"/>
                  <a:pt x="1503902" y="184975"/>
                  <a:pt x="1494282" y="184975"/>
                </a:cubicBezTo>
                <a:cubicBezTo>
                  <a:pt x="1471422" y="184975"/>
                  <a:pt x="1451324" y="191452"/>
                  <a:pt x="1433989" y="204502"/>
                </a:cubicBezTo>
                <a:cubicBezTo>
                  <a:pt x="1416653" y="217551"/>
                  <a:pt x="1403509" y="236220"/>
                  <a:pt x="1394555" y="260509"/>
                </a:cubicBezTo>
                <a:lnTo>
                  <a:pt x="1393031" y="260509"/>
                </a:lnTo>
                <a:lnTo>
                  <a:pt x="1393031" y="191643"/>
                </a:lnTo>
                <a:lnTo>
                  <a:pt x="1304068" y="191643"/>
                </a:lnTo>
                <a:lnTo>
                  <a:pt x="1304068" y="572643"/>
                </a:lnTo>
                <a:lnTo>
                  <a:pt x="1393031" y="572643"/>
                </a:lnTo>
                <a:lnTo>
                  <a:pt x="1393031" y="384334"/>
                </a:lnTo>
                <a:close/>
                <a:moveTo>
                  <a:pt x="1621917" y="528542"/>
                </a:moveTo>
                <a:cubicBezTo>
                  <a:pt x="1586294" y="493109"/>
                  <a:pt x="1568482" y="445294"/>
                  <a:pt x="1568482" y="385286"/>
                </a:cubicBezTo>
                <a:cubicBezTo>
                  <a:pt x="1568768" y="324517"/>
                  <a:pt x="1587532" y="275558"/>
                  <a:pt x="1625060" y="238506"/>
                </a:cubicBezTo>
                <a:cubicBezTo>
                  <a:pt x="1662494" y="201454"/>
                  <a:pt x="1711262" y="182880"/>
                  <a:pt x="1771269" y="182880"/>
                </a:cubicBezTo>
                <a:cubicBezTo>
                  <a:pt x="1831277" y="182880"/>
                  <a:pt x="1879473" y="201073"/>
                  <a:pt x="1914335" y="237554"/>
                </a:cubicBezTo>
                <a:cubicBezTo>
                  <a:pt x="1949196" y="274034"/>
                  <a:pt x="1966627" y="321183"/>
                  <a:pt x="1966627" y="378905"/>
                </a:cubicBezTo>
                <a:cubicBezTo>
                  <a:pt x="1966627" y="436626"/>
                  <a:pt x="1948244" y="486537"/>
                  <a:pt x="1911572" y="524542"/>
                </a:cubicBezTo>
                <a:cubicBezTo>
                  <a:pt x="1874901" y="562642"/>
                  <a:pt x="1826324" y="581692"/>
                  <a:pt x="1766126" y="581692"/>
                </a:cubicBezTo>
                <a:cubicBezTo>
                  <a:pt x="1705928" y="581692"/>
                  <a:pt x="1657540" y="563975"/>
                  <a:pt x="1621917" y="528447"/>
                </a:cubicBezTo>
                <a:close/>
                <a:moveTo>
                  <a:pt x="1659350" y="383477"/>
                </a:moveTo>
                <a:cubicBezTo>
                  <a:pt x="1659350" y="422720"/>
                  <a:pt x="1669256" y="453580"/>
                  <a:pt x="1688973" y="476155"/>
                </a:cubicBezTo>
                <a:cubicBezTo>
                  <a:pt x="1708690" y="498729"/>
                  <a:pt x="1735550" y="509969"/>
                  <a:pt x="1769555" y="509969"/>
                </a:cubicBezTo>
                <a:cubicBezTo>
                  <a:pt x="1803559" y="509969"/>
                  <a:pt x="1829372" y="498348"/>
                  <a:pt x="1847850" y="475012"/>
                </a:cubicBezTo>
                <a:cubicBezTo>
                  <a:pt x="1866329" y="451675"/>
                  <a:pt x="1875568" y="420434"/>
                  <a:pt x="1875568" y="381286"/>
                </a:cubicBezTo>
                <a:cubicBezTo>
                  <a:pt x="1875568" y="342138"/>
                  <a:pt x="1866233" y="312801"/>
                  <a:pt x="1847660" y="289750"/>
                </a:cubicBezTo>
                <a:cubicBezTo>
                  <a:pt x="1829086" y="266700"/>
                  <a:pt x="1802892" y="255175"/>
                  <a:pt x="1769174" y="255175"/>
                </a:cubicBezTo>
                <a:cubicBezTo>
                  <a:pt x="1735455" y="255175"/>
                  <a:pt x="1709357" y="267081"/>
                  <a:pt x="1689354" y="290894"/>
                </a:cubicBezTo>
                <a:cubicBezTo>
                  <a:pt x="1669352" y="314706"/>
                  <a:pt x="1659446" y="345567"/>
                  <a:pt x="1659446" y="383572"/>
                </a:cubicBezTo>
                <a:close/>
                <a:moveTo>
                  <a:pt x="2267426" y="547878"/>
                </a:moveTo>
                <a:cubicBezTo>
                  <a:pt x="2294477" y="525304"/>
                  <a:pt x="2308003" y="495681"/>
                  <a:pt x="2308003" y="458915"/>
                </a:cubicBezTo>
                <a:cubicBezTo>
                  <a:pt x="2308003" y="426149"/>
                  <a:pt x="2297621" y="399859"/>
                  <a:pt x="2276761" y="380048"/>
                </a:cubicBezTo>
                <a:cubicBezTo>
                  <a:pt x="2255901" y="360236"/>
                  <a:pt x="2224373" y="346710"/>
                  <a:pt x="2182273" y="339471"/>
                </a:cubicBezTo>
                <a:cubicBezTo>
                  <a:pt x="2155222" y="334232"/>
                  <a:pt x="2136839" y="328232"/>
                  <a:pt x="2127028" y="321278"/>
                </a:cubicBezTo>
                <a:cubicBezTo>
                  <a:pt x="2117217" y="314325"/>
                  <a:pt x="2112359" y="304705"/>
                  <a:pt x="2112359" y="292227"/>
                </a:cubicBezTo>
                <a:cubicBezTo>
                  <a:pt x="2112359" y="279749"/>
                  <a:pt x="2117027" y="269272"/>
                  <a:pt x="2126456" y="261366"/>
                </a:cubicBezTo>
                <a:cubicBezTo>
                  <a:pt x="2135886" y="253460"/>
                  <a:pt x="2149602" y="249460"/>
                  <a:pt x="2167795" y="249460"/>
                </a:cubicBezTo>
                <a:cubicBezTo>
                  <a:pt x="2184654" y="249460"/>
                  <a:pt x="2199227" y="252413"/>
                  <a:pt x="2211515" y="258413"/>
                </a:cubicBezTo>
                <a:cubicBezTo>
                  <a:pt x="2223802" y="264414"/>
                  <a:pt x="2235613" y="273272"/>
                  <a:pt x="2247043" y="285179"/>
                </a:cubicBezTo>
                <a:lnTo>
                  <a:pt x="2298764" y="238316"/>
                </a:lnTo>
                <a:cubicBezTo>
                  <a:pt x="2284381" y="219742"/>
                  <a:pt x="2265902" y="205835"/>
                  <a:pt x="2243328" y="196596"/>
                </a:cubicBezTo>
                <a:cubicBezTo>
                  <a:pt x="2220754" y="187452"/>
                  <a:pt x="2196465" y="182785"/>
                  <a:pt x="2170367" y="182785"/>
                </a:cubicBezTo>
                <a:cubicBezTo>
                  <a:pt x="2129695" y="182785"/>
                  <a:pt x="2095976" y="193358"/>
                  <a:pt x="2069211" y="214598"/>
                </a:cubicBezTo>
                <a:cubicBezTo>
                  <a:pt x="2042446" y="235839"/>
                  <a:pt x="2029015" y="264986"/>
                  <a:pt x="2029015" y="302228"/>
                </a:cubicBezTo>
                <a:cubicBezTo>
                  <a:pt x="2029015" y="331280"/>
                  <a:pt x="2038922" y="355664"/>
                  <a:pt x="2058638" y="375380"/>
                </a:cubicBezTo>
                <a:cubicBezTo>
                  <a:pt x="2078355" y="395097"/>
                  <a:pt x="2113121" y="409289"/>
                  <a:pt x="2163032" y="417957"/>
                </a:cubicBezTo>
                <a:cubicBezTo>
                  <a:pt x="2183321" y="421672"/>
                  <a:pt x="2198656" y="427673"/>
                  <a:pt x="2208943" y="435959"/>
                </a:cubicBezTo>
                <a:cubicBezTo>
                  <a:pt x="2219230" y="444246"/>
                  <a:pt x="2224373" y="454628"/>
                  <a:pt x="2224373" y="467011"/>
                </a:cubicBezTo>
                <a:cubicBezTo>
                  <a:pt x="2224373" y="482155"/>
                  <a:pt x="2218944" y="493871"/>
                  <a:pt x="2207990" y="502158"/>
                </a:cubicBezTo>
                <a:cubicBezTo>
                  <a:pt x="2197037" y="510445"/>
                  <a:pt x="2181797" y="514636"/>
                  <a:pt x="2162271" y="514636"/>
                </a:cubicBezTo>
                <a:cubicBezTo>
                  <a:pt x="2144935" y="514636"/>
                  <a:pt x="2128361" y="510730"/>
                  <a:pt x="2112645" y="502920"/>
                </a:cubicBezTo>
                <a:cubicBezTo>
                  <a:pt x="2096929" y="495109"/>
                  <a:pt x="2082070" y="482060"/>
                  <a:pt x="2068163" y="463677"/>
                </a:cubicBezTo>
                <a:lnTo>
                  <a:pt x="2014633" y="511683"/>
                </a:lnTo>
                <a:cubicBezTo>
                  <a:pt x="2028730" y="534543"/>
                  <a:pt x="2048828" y="551879"/>
                  <a:pt x="2074926" y="563785"/>
                </a:cubicBezTo>
                <a:cubicBezTo>
                  <a:pt x="2101025" y="575691"/>
                  <a:pt x="2129885" y="581692"/>
                  <a:pt x="2161604" y="581692"/>
                </a:cubicBezTo>
                <a:cubicBezTo>
                  <a:pt x="2205228" y="581692"/>
                  <a:pt x="2240566" y="570452"/>
                  <a:pt x="2267617" y="547878"/>
                </a:cubicBezTo>
                <a:close/>
                <a:moveTo>
                  <a:pt x="2717292" y="237554"/>
                </a:moveTo>
                <a:cubicBezTo>
                  <a:pt x="2752154" y="274034"/>
                  <a:pt x="2769584" y="321183"/>
                  <a:pt x="2769584" y="378905"/>
                </a:cubicBezTo>
                <a:cubicBezTo>
                  <a:pt x="2769584" y="436626"/>
                  <a:pt x="2751201" y="486537"/>
                  <a:pt x="2714530" y="524542"/>
                </a:cubicBezTo>
                <a:cubicBezTo>
                  <a:pt x="2677859" y="562642"/>
                  <a:pt x="2629281" y="581692"/>
                  <a:pt x="2569083" y="581692"/>
                </a:cubicBezTo>
                <a:cubicBezTo>
                  <a:pt x="2508885" y="581692"/>
                  <a:pt x="2460498" y="563975"/>
                  <a:pt x="2424875" y="528447"/>
                </a:cubicBezTo>
                <a:cubicBezTo>
                  <a:pt x="2389251" y="493014"/>
                  <a:pt x="2371439" y="445199"/>
                  <a:pt x="2371439" y="385191"/>
                </a:cubicBezTo>
                <a:cubicBezTo>
                  <a:pt x="2371725" y="324422"/>
                  <a:pt x="2390489" y="275463"/>
                  <a:pt x="2428018" y="238411"/>
                </a:cubicBezTo>
                <a:cubicBezTo>
                  <a:pt x="2465451" y="201359"/>
                  <a:pt x="2514219" y="182785"/>
                  <a:pt x="2574227" y="182785"/>
                </a:cubicBezTo>
                <a:cubicBezTo>
                  <a:pt x="2634234" y="182785"/>
                  <a:pt x="2682431" y="200977"/>
                  <a:pt x="2717292" y="237458"/>
                </a:cubicBezTo>
                <a:close/>
                <a:moveTo>
                  <a:pt x="2678430" y="381191"/>
                </a:moveTo>
                <a:cubicBezTo>
                  <a:pt x="2678430" y="343281"/>
                  <a:pt x="2669096" y="312706"/>
                  <a:pt x="2650522" y="289655"/>
                </a:cubicBezTo>
                <a:cubicBezTo>
                  <a:pt x="2631948" y="266605"/>
                  <a:pt x="2605754" y="255079"/>
                  <a:pt x="2572036" y="255079"/>
                </a:cubicBezTo>
                <a:cubicBezTo>
                  <a:pt x="2538317" y="255079"/>
                  <a:pt x="2512219" y="266986"/>
                  <a:pt x="2492216" y="290798"/>
                </a:cubicBezTo>
                <a:cubicBezTo>
                  <a:pt x="2472214" y="314611"/>
                  <a:pt x="2462308" y="345472"/>
                  <a:pt x="2462308" y="383477"/>
                </a:cubicBezTo>
                <a:cubicBezTo>
                  <a:pt x="2462308" y="421481"/>
                  <a:pt x="2472214" y="453580"/>
                  <a:pt x="2491931" y="476155"/>
                </a:cubicBezTo>
                <a:cubicBezTo>
                  <a:pt x="2511647" y="498729"/>
                  <a:pt x="2538508" y="509969"/>
                  <a:pt x="2572512" y="509969"/>
                </a:cubicBezTo>
                <a:cubicBezTo>
                  <a:pt x="2606516" y="509969"/>
                  <a:pt x="2632329" y="498348"/>
                  <a:pt x="2650808" y="475012"/>
                </a:cubicBezTo>
                <a:cubicBezTo>
                  <a:pt x="2669286" y="451675"/>
                  <a:pt x="2678525" y="420434"/>
                  <a:pt x="2678525" y="381286"/>
                </a:cubicBezTo>
                <a:close/>
                <a:moveTo>
                  <a:pt x="3280410" y="494729"/>
                </a:moveTo>
                <a:cubicBezTo>
                  <a:pt x="3272028" y="500634"/>
                  <a:pt x="3264313" y="504920"/>
                  <a:pt x="3257360" y="507397"/>
                </a:cubicBezTo>
                <a:cubicBezTo>
                  <a:pt x="3250406" y="509873"/>
                  <a:pt x="3243453" y="511112"/>
                  <a:pt x="3236500" y="511112"/>
                </a:cubicBezTo>
                <a:cubicBezTo>
                  <a:pt x="3223070" y="511112"/>
                  <a:pt x="3212687" y="506730"/>
                  <a:pt x="3205258" y="497872"/>
                </a:cubicBezTo>
                <a:cubicBezTo>
                  <a:pt x="3197829" y="489109"/>
                  <a:pt x="3194114" y="475393"/>
                  <a:pt x="3194114" y="456724"/>
                </a:cubicBezTo>
                <a:lnTo>
                  <a:pt x="3194114" y="260985"/>
                </a:lnTo>
                <a:lnTo>
                  <a:pt x="3291269" y="260985"/>
                </a:lnTo>
                <a:lnTo>
                  <a:pt x="3291269" y="191738"/>
                </a:lnTo>
                <a:lnTo>
                  <a:pt x="3194114" y="191738"/>
                </a:lnTo>
                <a:lnTo>
                  <a:pt x="3194114" y="82677"/>
                </a:lnTo>
                <a:lnTo>
                  <a:pt x="3105150" y="98298"/>
                </a:lnTo>
                <a:lnTo>
                  <a:pt x="3105150" y="191643"/>
                </a:lnTo>
                <a:lnTo>
                  <a:pt x="2957227" y="191643"/>
                </a:lnTo>
                <a:lnTo>
                  <a:pt x="2957227" y="130969"/>
                </a:lnTo>
                <a:cubicBezTo>
                  <a:pt x="2957227" y="111157"/>
                  <a:pt x="2961513" y="96202"/>
                  <a:pt x="2970086" y="86297"/>
                </a:cubicBezTo>
                <a:cubicBezTo>
                  <a:pt x="2978658" y="76391"/>
                  <a:pt x="2990850" y="71438"/>
                  <a:pt x="3006757" y="71438"/>
                </a:cubicBezTo>
                <a:cubicBezTo>
                  <a:pt x="3014948" y="71438"/>
                  <a:pt x="3022473" y="72581"/>
                  <a:pt x="3029236" y="74962"/>
                </a:cubicBezTo>
                <a:cubicBezTo>
                  <a:pt x="3036094" y="77343"/>
                  <a:pt x="3042666" y="80581"/>
                  <a:pt x="3049143" y="84868"/>
                </a:cubicBezTo>
                <a:lnTo>
                  <a:pt x="3085624" y="20479"/>
                </a:lnTo>
                <a:cubicBezTo>
                  <a:pt x="3072479" y="13525"/>
                  <a:pt x="3059049" y="8382"/>
                  <a:pt x="3045429" y="5048"/>
                </a:cubicBezTo>
                <a:cubicBezTo>
                  <a:pt x="3031808" y="1715"/>
                  <a:pt x="3017615" y="0"/>
                  <a:pt x="3003042" y="0"/>
                </a:cubicBezTo>
                <a:cubicBezTo>
                  <a:pt x="2960370" y="0"/>
                  <a:pt x="2927318" y="11621"/>
                  <a:pt x="2903887" y="34957"/>
                </a:cubicBezTo>
                <a:cubicBezTo>
                  <a:pt x="2880455" y="58293"/>
                  <a:pt x="2868740" y="90011"/>
                  <a:pt x="2868740" y="130207"/>
                </a:cubicBezTo>
                <a:lnTo>
                  <a:pt x="2868740" y="191643"/>
                </a:lnTo>
                <a:lnTo>
                  <a:pt x="2803970" y="191643"/>
                </a:lnTo>
                <a:lnTo>
                  <a:pt x="2803970" y="260890"/>
                </a:lnTo>
                <a:lnTo>
                  <a:pt x="2868740" y="260890"/>
                </a:lnTo>
                <a:lnTo>
                  <a:pt x="2868740" y="572643"/>
                </a:lnTo>
                <a:lnTo>
                  <a:pt x="2957322" y="572643"/>
                </a:lnTo>
                <a:lnTo>
                  <a:pt x="2957322" y="260890"/>
                </a:lnTo>
                <a:lnTo>
                  <a:pt x="3105246" y="260890"/>
                </a:lnTo>
                <a:lnTo>
                  <a:pt x="3105246" y="469297"/>
                </a:lnTo>
                <a:cubicBezTo>
                  <a:pt x="3105246" y="505968"/>
                  <a:pt x="3114675" y="533876"/>
                  <a:pt x="3133535" y="553022"/>
                </a:cubicBezTo>
                <a:cubicBezTo>
                  <a:pt x="3152394" y="572167"/>
                  <a:pt x="3180588" y="581692"/>
                  <a:pt x="3218021" y="581692"/>
                </a:cubicBezTo>
                <a:cubicBezTo>
                  <a:pt x="3236405" y="581692"/>
                  <a:pt x="3253454" y="579311"/>
                  <a:pt x="3269171" y="574453"/>
                </a:cubicBezTo>
                <a:cubicBezTo>
                  <a:pt x="3284887" y="569595"/>
                  <a:pt x="3297841" y="563118"/>
                  <a:pt x="3308033" y="554926"/>
                </a:cubicBezTo>
                <a:lnTo>
                  <a:pt x="3280505" y="494633"/>
                </a:lnTo>
                <a:close/>
                <a:moveTo>
                  <a:pt x="301181" y="915543"/>
                </a:moveTo>
                <a:lnTo>
                  <a:pt x="497300" y="1449134"/>
                </a:lnTo>
                <a:lnTo>
                  <a:pt x="399860" y="1449134"/>
                </a:lnTo>
                <a:lnTo>
                  <a:pt x="354139" y="1324166"/>
                </a:lnTo>
                <a:lnTo>
                  <a:pt x="140970" y="1324166"/>
                </a:lnTo>
                <a:lnTo>
                  <a:pt x="97441" y="1449134"/>
                </a:lnTo>
                <a:lnTo>
                  <a:pt x="0" y="1449134"/>
                </a:lnTo>
                <a:lnTo>
                  <a:pt x="197930" y="915543"/>
                </a:lnTo>
                <a:lnTo>
                  <a:pt x="301371" y="915543"/>
                </a:lnTo>
                <a:close/>
                <a:moveTo>
                  <a:pt x="329851" y="1247108"/>
                </a:moveTo>
                <a:lnTo>
                  <a:pt x="257651" y="1037654"/>
                </a:lnTo>
                <a:cubicBezTo>
                  <a:pt x="255937" y="1032224"/>
                  <a:pt x="254318" y="1027271"/>
                  <a:pt x="252984" y="1022795"/>
                </a:cubicBezTo>
                <a:cubicBezTo>
                  <a:pt x="251651" y="1018318"/>
                  <a:pt x="250031" y="1012888"/>
                  <a:pt x="248317" y="1006412"/>
                </a:cubicBezTo>
                <a:lnTo>
                  <a:pt x="246126" y="1006412"/>
                </a:lnTo>
                <a:cubicBezTo>
                  <a:pt x="244412" y="1012317"/>
                  <a:pt x="242792" y="1017651"/>
                  <a:pt x="241459" y="1022223"/>
                </a:cubicBezTo>
                <a:cubicBezTo>
                  <a:pt x="240125" y="1026795"/>
                  <a:pt x="238411" y="1031938"/>
                  <a:pt x="236411" y="1037654"/>
                </a:cubicBezTo>
                <a:lnTo>
                  <a:pt x="164973" y="1247108"/>
                </a:lnTo>
                <a:lnTo>
                  <a:pt x="329756" y="1247108"/>
                </a:lnTo>
                <a:close/>
                <a:moveTo>
                  <a:pt x="557403" y="1449134"/>
                </a:moveTo>
                <a:lnTo>
                  <a:pt x="648557" y="1449134"/>
                </a:lnTo>
                <a:lnTo>
                  <a:pt x="648557" y="915543"/>
                </a:lnTo>
                <a:lnTo>
                  <a:pt x="557403" y="915543"/>
                </a:lnTo>
                <a:lnTo>
                  <a:pt x="557403" y="1449134"/>
                </a:lnTo>
                <a:close/>
                <a:moveTo>
                  <a:pt x="1271778" y="915543"/>
                </a:moveTo>
                <a:lnTo>
                  <a:pt x="883730" y="915543"/>
                </a:lnTo>
                <a:lnTo>
                  <a:pt x="883730" y="992600"/>
                </a:lnTo>
                <a:lnTo>
                  <a:pt x="1031843" y="992600"/>
                </a:lnTo>
                <a:lnTo>
                  <a:pt x="1031843" y="1449134"/>
                </a:lnTo>
                <a:lnTo>
                  <a:pt x="1122998" y="1449134"/>
                </a:lnTo>
                <a:lnTo>
                  <a:pt x="1122998" y="992600"/>
                </a:lnTo>
                <a:lnTo>
                  <a:pt x="1271778" y="992600"/>
                </a:lnTo>
                <a:lnTo>
                  <a:pt x="1271778" y="915543"/>
                </a:lnTo>
                <a:close/>
                <a:moveTo>
                  <a:pt x="1581340" y="1113854"/>
                </a:moveTo>
                <a:cubicBezTo>
                  <a:pt x="1616202" y="1150334"/>
                  <a:pt x="1633633" y="1197483"/>
                  <a:pt x="1633633" y="1255205"/>
                </a:cubicBezTo>
                <a:cubicBezTo>
                  <a:pt x="1633633" y="1312926"/>
                  <a:pt x="1615250" y="1362837"/>
                  <a:pt x="1578578" y="1400842"/>
                </a:cubicBezTo>
                <a:cubicBezTo>
                  <a:pt x="1541812" y="1438942"/>
                  <a:pt x="1493330" y="1457992"/>
                  <a:pt x="1433132" y="1457992"/>
                </a:cubicBezTo>
                <a:cubicBezTo>
                  <a:pt x="1372934" y="1457992"/>
                  <a:pt x="1324547" y="1440275"/>
                  <a:pt x="1288923" y="1404747"/>
                </a:cubicBezTo>
                <a:cubicBezTo>
                  <a:pt x="1253300" y="1369314"/>
                  <a:pt x="1235488" y="1321499"/>
                  <a:pt x="1235488" y="1261491"/>
                </a:cubicBezTo>
                <a:cubicBezTo>
                  <a:pt x="1235774" y="1200722"/>
                  <a:pt x="1254538" y="1151763"/>
                  <a:pt x="1292066" y="1114711"/>
                </a:cubicBezTo>
                <a:cubicBezTo>
                  <a:pt x="1329500" y="1077659"/>
                  <a:pt x="1378268" y="1059085"/>
                  <a:pt x="1438275" y="1059085"/>
                </a:cubicBezTo>
                <a:cubicBezTo>
                  <a:pt x="1498283" y="1059085"/>
                  <a:pt x="1546479" y="1077278"/>
                  <a:pt x="1581340" y="1113758"/>
                </a:cubicBezTo>
                <a:close/>
                <a:moveTo>
                  <a:pt x="1542479" y="1257491"/>
                </a:moveTo>
                <a:cubicBezTo>
                  <a:pt x="1542479" y="1219581"/>
                  <a:pt x="1533144" y="1189006"/>
                  <a:pt x="1514570" y="1165955"/>
                </a:cubicBezTo>
                <a:cubicBezTo>
                  <a:pt x="1495997" y="1142905"/>
                  <a:pt x="1469803" y="1131380"/>
                  <a:pt x="1436084" y="1131380"/>
                </a:cubicBezTo>
                <a:cubicBezTo>
                  <a:pt x="1402366" y="1131380"/>
                  <a:pt x="1376267" y="1143286"/>
                  <a:pt x="1356265" y="1167098"/>
                </a:cubicBezTo>
                <a:cubicBezTo>
                  <a:pt x="1336262" y="1190911"/>
                  <a:pt x="1326356" y="1221772"/>
                  <a:pt x="1326356" y="1259777"/>
                </a:cubicBezTo>
                <a:cubicBezTo>
                  <a:pt x="1326356" y="1297781"/>
                  <a:pt x="1336262" y="1329881"/>
                  <a:pt x="1355979" y="1352455"/>
                </a:cubicBezTo>
                <a:cubicBezTo>
                  <a:pt x="1375696" y="1375029"/>
                  <a:pt x="1402556" y="1386269"/>
                  <a:pt x="1436561" y="1386269"/>
                </a:cubicBezTo>
                <a:cubicBezTo>
                  <a:pt x="1470565" y="1386269"/>
                  <a:pt x="1496378" y="1374648"/>
                  <a:pt x="1514856" y="1351312"/>
                </a:cubicBezTo>
                <a:cubicBezTo>
                  <a:pt x="1533335" y="1327976"/>
                  <a:pt x="1542574" y="1296734"/>
                  <a:pt x="1542574" y="1257586"/>
                </a:cubicBezTo>
                <a:close/>
                <a:moveTo>
                  <a:pt x="1951577" y="1285399"/>
                </a:moveTo>
                <a:cubicBezTo>
                  <a:pt x="1951577" y="1314450"/>
                  <a:pt x="1943290" y="1338453"/>
                  <a:pt x="1926622" y="1357598"/>
                </a:cubicBezTo>
                <a:cubicBezTo>
                  <a:pt x="1910048" y="1376744"/>
                  <a:pt x="1888522" y="1386269"/>
                  <a:pt x="1862233" y="1386269"/>
                </a:cubicBezTo>
                <a:cubicBezTo>
                  <a:pt x="1835944" y="1386269"/>
                  <a:pt x="1817465" y="1378268"/>
                  <a:pt x="1805273" y="1362266"/>
                </a:cubicBezTo>
                <a:cubicBezTo>
                  <a:pt x="1793081" y="1346264"/>
                  <a:pt x="1787081" y="1322356"/>
                  <a:pt x="1787081" y="1290638"/>
                </a:cubicBezTo>
                <a:lnTo>
                  <a:pt x="1787081" y="1068134"/>
                </a:lnTo>
                <a:lnTo>
                  <a:pt x="1698498" y="1068134"/>
                </a:lnTo>
                <a:lnTo>
                  <a:pt x="1698498" y="1302544"/>
                </a:lnTo>
                <a:cubicBezTo>
                  <a:pt x="1698498" y="1353407"/>
                  <a:pt x="1709833" y="1391984"/>
                  <a:pt x="1732502" y="1418463"/>
                </a:cubicBezTo>
                <a:cubicBezTo>
                  <a:pt x="1755172" y="1444943"/>
                  <a:pt x="1788890" y="1458087"/>
                  <a:pt x="1833563" y="1458087"/>
                </a:cubicBezTo>
                <a:cubicBezTo>
                  <a:pt x="1856423" y="1458087"/>
                  <a:pt x="1878425" y="1452563"/>
                  <a:pt x="1899571" y="1441514"/>
                </a:cubicBezTo>
                <a:cubicBezTo>
                  <a:pt x="1920716" y="1430465"/>
                  <a:pt x="1937480" y="1415796"/>
                  <a:pt x="1949577" y="1397413"/>
                </a:cubicBezTo>
                <a:lnTo>
                  <a:pt x="1951482" y="1397413"/>
                </a:lnTo>
                <a:lnTo>
                  <a:pt x="1951482" y="1449134"/>
                </a:lnTo>
                <a:lnTo>
                  <a:pt x="2040446" y="1449134"/>
                </a:lnTo>
                <a:lnTo>
                  <a:pt x="2040446" y="1068134"/>
                </a:lnTo>
                <a:lnTo>
                  <a:pt x="1951482" y="1068134"/>
                </a:lnTo>
                <a:lnTo>
                  <a:pt x="1951482" y="1285399"/>
                </a:lnTo>
                <a:close/>
                <a:moveTo>
                  <a:pt x="2326767" y="1061466"/>
                </a:moveTo>
                <a:cubicBezTo>
                  <a:pt x="2303907" y="1061466"/>
                  <a:pt x="2283809" y="1067943"/>
                  <a:pt x="2266474" y="1080992"/>
                </a:cubicBezTo>
                <a:cubicBezTo>
                  <a:pt x="2249138" y="1094042"/>
                  <a:pt x="2235994" y="1112711"/>
                  <a:pt x="2227040" y="1136999"/>
                </a:cubicBezTo>
                <a:lnTo>
                  <a:pt x="2225516" y="1136999"/>
                </a:lnTo>
                <a:lnTo>
                  <a:pt x="2225516" y="1068134"/>
                </a:lnTo>
                <a:lnTo>
                  <a:pt x="2136553" y="1068134"/>
                </a:lnTo>
                <a:lnTo>
                  <a:pt x="2136553" y="1449134"/>
                </a:lnTo>
                <a:lnTo>
                  <a:pt x="2225516" y="1449134"/>
                </a:lnTo>
                <a:lnTo>
                  <a:pt x="2225516" y="1260824"/>
                </a:lnTo>
                <a:cubicBezTo>
                  <a:pt x="2225516" y="1224344"/>
                  <a:pt x="2233422" y="1195007"/>
                  <a:pt x="2249138" y="1172623"/>
                </a:cubicBezTo>
                <a:cubicBezTo>
                  <a:pt x="2264855" y="1150334"/>
                  <a:pt x="2285524" y="1139095"/>
                  <a:pt x="2311051" y="1139095"/>
                </a:cubicBezTo>
                <a:cubicBezTo>
                  <a:pt x="2319242" y="1139095"/>
                  <a:pt x="2326958" y="1139857"/>
                  <a:pt x="2334292" y="1141476"/>
                </a:cubicBezTo>
                <a:cubicBezTo>
                  <a:pt x="2341626" y="1143095"/>
                  <a:pt x="2348865" y="1145286"/>
                  <a:pt x="2356104" y="1147953"/>
                </a:cubicBezTo>
                <a:lnTo>
                  <a:pt x="2379917" y="1072039"/>
                </a:lnTo>
                <a:cubicBezTo>
                  <a:pt x="2370487" y="1067848"/>
                  <a:pt x="2361724" y="1064990"/>
                  <a:pt x="2353532" y="1063466"/>
                </a:cubicBezTo>
                <a:cubicBezTo>
                  <a:pt x="2345341" y="1061942"/>
                  <a:pt x="2336387" y="1061276"/>
                  <a:pt x="2326767" y="1061276"/>
                </a:cubicBezTo>
                <a:close/>
              </a:path>
            </a:pathLst>
          </a:custGeom>
          <a:gradFill>
            <a:gsLst>
              <a:gs pos="0">
                <a:srgbClr val="4D3677"/>
              </a:gs>
              <a:gs pos="72000">
                <a:srgbClr val="8661C5"/>
              </a:gs>
            </a:gsLst>
            <a:lin ang="2700000" scaled="0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7346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668AE-5CD6-D782-C7B5-872E7248B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rgbClr val="4D3677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rgbClr val="091F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4B2684EB-34E2-E67F-1ABA-8374FB1B88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b="0" i="0" spc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338554"/>
          </a:xfrm>
        </p:spPr>
        <p:txBody>
          <a:bodyPr/>
          <a:lstStyle>
            <a:lvl1pPr marL="0" indent="0">
              <a:buNone/>
              <a:defRPr sz="2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scadia Code" panose="020B0609020000020004" pitchFamily="34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1A31B0-DA79-E282-BD21-42CF3B67D8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762"/>
            <a:ext cx="12189291" cy="6856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5AB3C7-DD87-C9B0-751D-F81E1404C8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54" y="762"/>
            <a:ext cx="12189291" cy="6856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2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2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2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6EAEB1-715D-AF8F-10FB-F3D16AC485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913BA90D-EA3B-29E8-A239-C61ACB3DE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118BF19-0035-C321-183A-836CC8060775}"/>
              </a:ext>
            </a:extLst>
          </p:cNvPr>
          <p:cNvSpPr/>
          <p:nvPr userDrawn="1"/>
        </p:nvSpPr>
        <p:spPr>
          <a:xfrm>
            <a:off x="529053" y="2663856"/>
            <a:ext cx="3414297" cy="1504926"/>
          </a:xfrm>
          <a:custGeom>
            <a:avLst/>
            <a:gdLst>
              <a:gd name="connsiteX0" fmla="*/ 542449 w 3308032"/>
              <a:gd name="connsiteY0" fmla="*/ 193453 h 1458087"/>
              <a:gd name="connsiteX1" fmla="*/ 543401 w 3308032"/>
              <a:gd name="connsiteY1" fmla="*/ 148971 h 1458087"/>
              <a:gd name="connsiteX2" fmla="*/ 541211 w 3308032"/>
              <a:gd name="connsiteY2" fmla="*/ 148971 h 1458087"/>
              <a:gd name="connsiteX3" fmla="*/ 534924 w 3308032"/>
              <a:gd name="connsiteY3" fmla="*/ 168497 h 1458087"/>
              <a:gd name="connsiteX4" fmla="*/ 528257 w 3308032"/>
              <a:gd name="connsiteY4" fmla="*/ 186214 h 1458087"/>
              <a:gd name="connsiteX5" fmla="*/ 374618 w 3308032"/>
              <a:gd name="connsiteY5" fmla="*/ 572834 h 1458087"/>
              <a:gd name="connsiteX6" fmla="*/ 310229 w 3308032"/>
              <a:gd name="connsiteY6" fmla="*/ 572834 h 1458087"/>
              <a:gd name="connsiteX7" fmla="*/ 155448 w 3308032"/>
              <a:gd name="connsiteY7" fmla="*/ 189643 h 1458087"/>
              <a:gd name="connsiteX8" fmla="*/ 149352 w 3308032"/>
              <a:gd name="connsiteY8" fmla="*/ 172307 h 1458087"/>
              <a:gd name="connsiteX9" fmla="*/ 141351 w 3308032"/>
              <a:gd name="connsiteY9" fmla="*/ 149066 h 1458087"/>
              <a:gd name="connsiteX10" fmla="*/ 139160 w 3308032"/>
              <a:gd name="connsiteY10" fmla="*/ 149066 h 1458087"/>
              <a:gd name="connsiteX11" fmla="*/ 140303 w 3308032"/>
              <a:gd name="connsiteY11" fmla="*/ 195739 h 1458087"/>
              <a:gd name="connsiteX12" fmla="*/ 140684 w 3308032"/>
              <a:gd name="connsiteY12" fmla="*/ 246507 h 1458087"/>
              <a:gd name="connsiteX13" fmla="*/ 140684 w 3308032"/>
              <a:gd name="connsiteY13" fmla="*/ 572834 h 1458087"/>
              <a:gd name="connsiteX14" fmla="*/ 55817 w 3308032"/>
              <a:gd name="connsiteY14" fmla="*/ 572834 h 1458087"/>
              <a:gd name="connsiteX15" fmla="*/ 55817 w 3308032"/>
              <a:gd name="connsiteY15" fmla="*/ 39243 h 1458087"/>
              <a:gd name="connsiteX16" fmla="*/ 185642 w 3308032"/>
              <a:gd name="connsiteY16" fmla="*/ 39243 h 1458087"/>
              <a:gd name="connsiteX17" fmla="*/ 322231 w 3308032"/>
              <a:gd name="connsiteY17" fmla="*/ 383381 h 1458087"/>
              <a:gd name="connsiteX18" fmla="*/ 334709 w 3308032"/>
              <a:gd name="connsiteY18" fmla="*/ 415576 h 1458087"/>
              <a:gd name="connsiteX19" fmla="*/ 343853 w 3308032"/>
              <a:gd name="connsiteY19" fmla="*/ 444817 h 1458087"/>
              <a:gd name="connsiteX20" fmla="*/ 346043 w 3308032"/>
              <a:gd name="connsiteY20" fmla="*/ 444817 h 1458087"/>
              <a:gd name="connsiteX21" fmla="*/ 358140 w 3308032"/>
              <a:gd name="connsiteY21" fmla="*/ 412433 h 1458087"/>
              <a:gd name="connsiteX22" fmla="*/ 369475 w 3308032"/>
              <a:gd name="connsiteY22" fmla="*/ 382334 h 1458087"/>
              <a:gd name="connsiteX23" fmla="*/ 507873 w 3308032"/>
              <a:gd name="connsiteY23" fmla="*/ 39243 h 1458087"/>
              <a:gd name="connsiteX24" fmla="*/ 632555 w 3308032"/>
              <a:gd name="connsiteY24" fmla="*/ 39243 h 1458087"/>
              <a:gd name="connsiteX25" fmla="*/ 632555 w 3308032"/>
              <a:gd name="connsiteY25" fmla="*/ 572834 h 1458087"/>
              <a:gd name="connsiteX26" fmla="*/ 542163 w 3308032"/>
              <a:gd name="connsiteY26" fmla="*/ 572834 h 1458087"/>
              <a:gd name="connsiteX27" fmla="*/ 542163 w 3308032"/>
              <a:gd name="connsiteY27" fmla="*/ 234220 h 1458087"/>
              <a:gd name="connsiteX28" fmla="*/ 542735 w 3308032"/>
              <a:gd name="connsiteY28" fmla="*/ 193453 h 1458087"/>
              <a:gd name="connsiteX29" fmla="*/ 768001 w 3308032"/>
              <a:gd name="connsiteY29" fmla="*/ 14383 h 1458087"/>
              <a:gd name="connsiteX30" fmla="*/ 728567 w 3308032"/>
              <a:gd name="connsiteY30" fmla="*/ 29623 h 1458087"/>
              <a:gd name="connsiteX31" fmla="*/ 713327 w 3308032"/>
              <a:gd name="connsiteY31" fmla="*/ 67247 h 1458087"/>
              <a:gd name="connsiteX32" fmla="*/ 728567 w 3308032"/>
              <a:gd name="connsiteY32" fmla="*/ 104966 h 1458087"/>
              <a:gd name="connsiteX33" fmla="*/ 768001 w 3308032"/>
              <a:gd name="connsiteY33" fmla="*/ 120777 h 1458087"/>
              <a:gd name="connsiteX34" fmla="*/ 808196 w 3308032"/>
              <a:gd name="connsiteY34" fmla="*/ 105537 h 1458087"/>
              <a:gd name="connsiteX35" fmla="*/ 823436 w 3308032"/>
              <a:gd name="connsiteY35" fmla="*/ 67627 h 1458087"/>
              <a:gd name="connsiteX36" fmla="*/ 808196 w 3308032"/>
              <a:gd name="connsiteY36" fmla="*/ 29718 h 1458087"/>
              <a:gd name="connsiteX37" fmla="*/ 768001 w 3308032"/>
              <a:gd name="connsiteY37" fmla="*/ 14478 h 1458087"/>
              <a:gd name="connsiteX38" fmla="*/ 723329 w 3308032"/>
              <a:gd name="connsiteY38" fmla="*/ 572834 h 1458087"/>
              <a:gd name="connsiteX39" fmla="*/ 812292 w 3308032"/>
              <a:gd name="connsiteY39" fmla="*/ 572834 h 1458087"/>
              <a:gd name="connsiteX40" fmla="*/ 812292 w 3308032"/>
              <a:gd name="connsiteY40" fmla="*/ 191834 h 1458087"/>
              <a:gd name="connsiteX41" fmla="*/ 723329 w 3308032"/>
              <a:gd name="connsiteY41" fmla="*/ 191834 h 1458087"/>
              <a:gd name="connsiteX42" fmla="*/ 723329 w 3308032"/>
              <a:gd name="connsiteY42" fmla="*/ 572834 h 1458087"/>
              <a:gd name="connsiteX43" fmla="*/ 1079278 w 3308032"/>
              <a:gd name="connsiteY43" fmla="*/ 581787 h 1458087"/>
              <a:gd name="connsiteX44" fmla="*/ 1169099 w 3308032"/>
              <a:gd name="connsiteY44" fmla="*/ 561689 h 1458087"/>
              <a:gd name="connsiteX45" fmla="*/ 1234726 w 3308032"/>
              <a:gd name="connsiteY45" fmla="*/ 500253 h 1458087"/>
              <a:gd name="connsiteX46" fmla="*/ 1165860 w 3308032"/>
              <a:gd name="connsiteY46" fmla="*/ 461582 h 1458087"/>
              <a:gd name="connsiteX47" fmla="*/ 1127951 w 3308032"/>
              <a:gd name="connsiteY47" fmla="*/ 497110 h 1458087"/>
              <a:gd name="connsiteX48" fmla="*/ 1081469 w 3308032"/>
              <a:gd name="connsiteY48" fmla="*/ 507683 h 1458087"/>
              <a:gd name="connsiteX49" fmla="*/ 1004126 w 3308032"/>
              <a:gd name="connsiteY49" fmla="*/ 475298 h 1458087"/>
              <a:gd name="connsiteX50" fmla="*/ 975074 w 3308032"/>
              <a:gd name="connsiteY50" fmla="*/ 383000 h 1458087"/>
              <a:gd name="connsiteX51" fmla="*/ 1004506 w 3308032"/>
              <a:gd name="connsiteY51" fmla="*/ 288512 h 1458087"/>
              <a:gd name="connsiteX52" fmla="*/ 1079278 w 3308032"/>
              <a:gd name="connsiteY52" fmla="*/ 254699 h 1458087"/>
              <a:gd name="connsiteX53" fmla="*/ 1125379 w 3308032"/>
              <a:gd name="connsiteY53" fmla="*/ 265462 h 1458087"/>
              <a:gd name="connsiteX54" fmla="*/ 1162622 w 3308032"/>
              <a:gd name="connsiteY54" fmla="*/ 301943 h 1458087"/>
              <a:gd name="connsiteX55" fmla="*/ 1232535 w 3308032"/>
              <a:gd name="connsiteY55" fmla="*/ 267367 h 1458087"/>
              <a:gd name="connsiteX56" fmla="*/ 1172432 w 3308032"/>
              <a:gd name="connsiteY56" fmla="*/ 204311 h 1458087"/>
              <a:gd name="connsiteX57" fmla="*/ 1082231 w 3308032"/>
              <a:gd name="connsiteY57" fmla="*/ 182880 h 1458087"/>
              <a:gd name="connsiteX58" fmla="*/ 939356 w 3308032"/>
              <a:gd name="connsiteY58" fmla="*/ 238125 h 1458087"/>
              <a:gd name="connsiteX59" fmla="*/ 884301 w 3308032"/>
              <a:gd name="connsiteY59" fmla="*/ 389001 h 1458087"/>
              <a:gd name="connsiteX60" fmla="*/ 936022 w 3308032"/>
              <a:gd name="connsiteY60" fmla="*/ 528923 h 1458087"/>
              <a:gd name="connsiteX61" fmla="*/ 1079278 w 3308032"/>
              <a:gd name="connsiteY61" fmla="*/ 581787 h 1458087"/>
              <a:gd name="connsiteX62" fmla="*/ 1393031 w 3308032"/>
              <a:gd name="connsiteY62" fmla="*/ 384524 h 1458087"/>
              <a:gd name="connsiteX63" fmla="*/ 1416653 w 3308032"/>
              <a:gd name="connsiteY63" fmla="*/ 296323 h 1458087"/>
              <a:gd name="connsiteX64" fmla="*/ 1478566 w 3308032"/>
              <a:gd name="connsiteY64" fmla="*/ 262795 h 1458087"/>
              <a:gd name="connsiteX65" fmla="*/ 1501807 w 3308032"/>
              <a:gd name="connsiteY65" fmla="*/ 265176 h 1458087"/>
              <a:gd name="connsiteX66" fmla="*/ 1523619 w 3308032"/>
              <a:gd name="connsiteY66" fmla="*/ 271653 h 1458087"/>
              <a:gd name="connsiteX67" fmla="*/ 1547432 w 3308032"/>
              <a:gd name="connsiteY67" fmla="*/ 195739 h 1458087"/>
              <a:gd name="connsiteX68" fmla="*/ 1521047 w 3308032"/>
              <a:gd name="connsiteY68" fmla="*/ 187166 h 1458087"/>
              <a:gd name="connsiteX69" fmla="*/ 1494282 w 3308032"/>
              <a:gd name="connsiteY69" fmla="*/ 184975 h 1458087"/>
              <a:gd name="connsiteX70" fmla="*/ 1433989 w 3308032"/>
              <a:gd name="connsiteY70" fmla="*/ 204502 h 1458087"/>
              <a:gd name="connsiteX71" fmla="*/ 1394555 w 3308032"/>
              <a:gd name="connsiteY71" fmla="*/ 260509 h 1458087"/>
              <a:gd name="connsiteX72" fmla="*/ 1393031 w 3308032"/>
              <a:gd name="connsiteY72" fmla="*/ 260509 h 1458087"/>
              <a:gd name="connsiteX73" fmla="*/ 1393031 w 3308032"/>
              <a:gd name="connsiteY73" fmla="*/ 191643 h 1458087"/>
              <a:gd name="connsiteX74" fmla="*/ 1304068 w 3308032"/>
              <a:gd name="connsiteY74" fmla="*/ 191643 h 1458087"/>
              <a:gd name="connsiteX75" fmla="*/ 1304068 w 3308032"/>
              <a:gd name="connsiteY75" fmla="*/ 572643 h 1458087"/>
              <a:gd name="connsiteX76" fmla="*/ 1393031 w 3308032"/>
              <a:gd name="connsiteY76" fmla="*/ 572643 h 1458087"/>
              <a:gd name="connsiteX77" fmla="*/ 1393031 w 3308032"/>
              <a:gd name="connsiteY77" fmla="*/ 384334 h 1458087"/>
              <a:gd name="connsiteX78" fmla="*/ 1621917 w 3308032"/>
              <a:gd name="connsiteY78" fmla="*/ 528542 h 1458087"/>
              <a:gd name="connsiteX79" fmla="*/ 1568482 w 3308032"/>
              <a:gd name="connsiteY79" fmla="*/ 385286 h 1458087"/>
              <a:gd name="connsiteX80" fmla="*/ 1625060 w 3308032"/>
              <a:gd name="connsiteY80" fmla="*/ 238506 h 1458087"/>
              <a:gd name="connsiteX81" fmla="*/ 1771269 w 3308032"/>
              <a:gd name="connsiteY81" fmla="*/ 182880 h 1458087"/>
              <a:gd name="connsiteX82" fmla="*/ 1914335 w 3308032"/>
              <a:gd name="connsiteY82" fmla="*/ 237554 h 1458087"/>
              <a:gd name="connsiteX83" fmla="*/ 1966627 w 3308032"/>
              <a:gd name="connsiteY83" fmla="*/ 378905 h 1458087"/>
              <a:gd name="connsiteX84" fmla="*/ 1911572 w 3308032"/>
              <a:gd name="connsiteY84" fmla="*/ 524542 h 1458087"/>
              <a:gd name="connsiteX85" fmla="*/ 1766126 w 3308032"/>
              <a:gd name="connsiteY85" fmla="*/ 581692 h 1458087"/>
              <a:gd name="connsiteX86" fmla="*/ 1621917 w 3308032"/>
              <a:gd name="connsiteY86" fmla="*/ 528447 h 1458087"/>
              <a:gd name="connsiteX87" fmla="*/ 1659350 w 3308032"/>
              <a:gd name="connsiteY87" fmla="*/ 383477 h 1458087"/>
              <a:gd name="connsiteX88" fmla="*/ 1688973 w 3308032"/>
              <a:gd name="connsiteY88" fmla="*/ 476155 h 1458087"/>
              <a:gd name="connsiteX89" fmla="*/ 1769555 w 3308032"/>
              <a:gd name="connsiteY89" fmla="*/ 509969 h 1458087"/>
              <a:gd name="connsiteX90" fmla="*/ 1847850 w 3308032"/>
              <a:gd name="connsiteY90" fmla="*/ 475012 h 1458087"/>
              <a:gd name="connsiteX91" fmla="*/ 1875568 w 3308032"/>
              <a:gd name="connsiteY91" fmla="*/ 381286 h 1458087"/>
              <a:gd name="connsiteX92" fmla="*/ 1847660 w 3308032"/>
              <a:gd name="connsiteY92" fmla="*/ 289750 h 1458087"/>
              <a:gd name="connsiteX93" fmla="*/ 1769174 w 3308032"/>
              <a:gd name="connsiteY93" fmla="*/ 255175 h 1458087"/>
              <a:gd name="connsiteX94" fmla="*/ 1689354 w 3308032"/>
              <a:gd name="connsiteY94" fmla="*/ 290894 h 1458087"/>
              <a:gd name="connsiteX95" fmla="*/ 1659446 w 3308032"/>
              <a:gd name="connsiteY95" fmla="*/ 383572 h 1458087"/>
              <a:gd name="connsiteX96" fmla="*/ 2267426 w 3308032"/>
              <a:gd name="connsiteY96" fmla="*/ 547878 h 1458087"/>
              <a:gd name="connsiteX97" fmla="*/ 2308003 w 3308032"/>
              <a:gd name="connsiteY97" fmla="*/ 458915 h 1458087"/>
              <a:gd name="connsiteX98" fmla="*/ 2276761 w 3308032"/>
              <a:gd name="connsiteY98" fmla="*/ 380048 h 1458087"/>
              <a:gd name="connsiteX99" fmla="*/ 2182273 w 3308032"/>
              <a:gd name="connsiteY99" fmla="*/ 339471 h 1458087"/>
              <a:gd name="connsiteX100" fmla="*/ 2127028 w 3308032"/>
              <a:gd name="connsiteY100" fmla="*/ 321278 h 1458087"/>
              <a:gd name="connsiteX101" fmla="*/ 2112359 w 3308032"/>
              <a:gd name="connsiteY101" fmla="*/ 292227 h 1458087"/>
              <a:gd name="connsiteX102" fmla="*/ 2126456 w 3308032"/>
              <a:gd name="connsiteY102" fmla="*/ 261366 h 1458087"/>
              <a:gd name="connsiteX103" fmla="*/ 2167795 w 3308032"/>
              <a:gd name="connsiteY103" fmla="*/ 249460 h 1458087"/>
              <a:gd name="connsiteX104" fmla="*/ 2211515 w 3308032"/>
              <a:gd name="connsiteY104" fmla="*/ 258413 h 1458087"/>
              <a:gd name="connsiteX105" fmla="*/ 2247043 w 3308032"/>
              <a:gd name="connsiteY105" fmla="*/ 285179 h 1458087"/>
              <a:gd name="connsiteX106" fmla="*/ 2298764 w 3308032"/>
              <a:gd name="connsiteY106" fmla="*/ 238316 h 1458087"/>
              <a:gd name="connsiteX107" fmla="*/ 2243328 w 3308032"/>
              <a:gd name="connsiteY107" fmla="*/ 196596 h 1458087"/>
              <a:gd name="connsiteX108" fmla="*/ 2170367 w 3308032"/>
              <a:gd name="connsiteY108" fmla="*/ 182785 h 1458087"/>
              <a:gd name="connsiteX109" fmla="*/ 2069211 w 3308032"/>
              <a:gd name="connsiteY109" fmla="*/ 214598 h 1458087"/>
              <a:gd name="connsiteX110" fmla="*/ 2029015 w 3308032"/>
              <a:gd name="connsiteY110" fmla="*/ 302228 h 1458087"/>
              <a:gd name="connsiteX111" fmla="*/ 2058638 w 3308032"/>
              <a:gd name="connsiteY111" fmla="*/ 375380 h 1458087"/>
              <a:gd name="connsiteX112" fmla="*/ 2163032 w 3308032"/>
              <a:gd name="connsiteY112" fmla="*/ 417957 h 1458087"/>
              <a:gd name="connsiteX113" fmla="*/ 2208943 w 3308032"/>
              <a:gd name="connsiteY113" fmla="*/ 435959 h 1458087"/>
              <a:gd name="connsiteX114" fmla="*/ 2224373 w 3308032"/>
              <a:gd name="connsiteY114" fmla="*/ 467011 h 1458087"/>
              <a:gd name="connsiteX115" fmla="*/ 2207990 w 3308032"/>
              <a:gd name="connsiteY115" fmla="*/ 502158 h 1458087"/>
              <a:gd name="connsiteX116" fmla="*/ 2162271 w 3308032"/>
              <a:gd name="connsiteY116" fmla="*/ 514636 h 1458087"/>
              <a:gd name="connsiteX117" fmla="*/ 2112645 w 3308032"/>
              <a:gd name="connsiteY117" fmla="*/ 502920 h 1458087"/>
              <a:gd name="connsiteX118" fmla="*/ 2068163 w 3308032"/>
              <a:gd name="connsiteY118" fmla="*/ 463677 h 1458087"/>
              <a:gd name="connsiteX119" fmla="*/ 2014633 w 3308032"/>
              <a:gd name="connsiteY119" fmla="*/ 511683 h 1458087"/>
              <a:gd name="connsiteX120" fmla="*/ 2074926 w 3308032"/>
              <a:gd name="connsiteY120" fmla="*/ 563785 h 1458087"/>
              <a:gd name="connsiteX121" fmla="*/ 2161604 w 3308032"/>
              <a:gd name="connsiteY121" fmla="*/ 581692 h 1458087"/>
              <a:gd name="connsiteX122" fmla="*/ 2267617 w 3308032"/>
              <a:gd name="connsiteY122" fmla="*/ 547878 h 1458087"/>
              <a:gd name="connsiteX123" fmla="*/ 2717292 w 3308032"/>
              <a:gd name="connsiteY123" fmla="*/ 237554 h 1458087"/>
              <a:gd name="connsiteX124" fmla="*/ 2769584 w 3308032"/>
              <a:gd name="connsiteY124" fmla="*/ 378905 h 1458087"/>
              <a:gd name="connsiteX125" fmla="*/ 2714530 w 3308032"/>
              <a:gd name="connsiteY125" fmla="*/ 524542 h 1458087"/>
              <a:gd name="connsiteX126" fmla="*/ 2569083 w 3308032"/>
              <a:gd name="connsiteY126" fmla="*/ 581692 h 1458087"/>
              <a:gd name="connsiteX127" fmla="*/ 2424875 w 3308032"/>
              <a:gd name="connsiteY127" fmla="*/ 528447 h 1458087"/>
              <a:gd name="connsiteX128" fmla="*/ 2371439 w 3308032"/>
              <a:gd name="connsiteY128" fmla="*/ 385191 h 1458087"/>
              <a:gd name="connsiteX129" fmla="*/ 2428018 w 3308032"/>
              <a:gd name="connsiteY129" fmla="*/ 238411 h 1458087"/>
              <a:gd name="connsiteX130" fmla="*/ 2574227 w 3308032"/>
              <a:gd name="connsiteY130" fmla="*/ 182785 h 1458087"/>
              <a:gd name="connsiteX131" fmla="*/ 2717292 w 3308032"/>
              <a:gd name="connsiteY131" fmla="*/ 237458 h 1458087"/>
              <a:gd name="connsiteX132" fmla="*/ 2678430 w 3308032"/>
              <a:gd name="connsiteY132" fmla="*/ 381191 h 1458087"/>
              <a:gd name="connsiteX133" fmla="*/ 2650522 w 3308032"/>
              <a:gd name="connsiteY133" fmla="*/ 289655 h 1458087"/>
              <a:gd name="connsiteX134" fmla="*/ 2572036 w 3308032"/>
              <a:gd name="connsiteY134" fmla="*/ 255079 h 1458087"/>
              <a:gd name="connsiteX135" fmla="*/ 2492216 w 3308032"/>
              <a:gd name="connsiteY135" fmla="*/ 290798 h 1458087"/>
              <a:gd name="connsiteX136" fmla="*/ 2462308 w 3308032"/>
              <a:gd name="connsiteY136" fmla="*/ 383477 h 1458087"/>
              <a:gd name="connsiteX137" fmla="*/ 2491931 w 3308032"/>
              <a:gd name="connsiteY137" fmla="*/ 476155 h 1458087"/>
              <a:gd name="connsiteX138" fmla="*/ 2572512 w 3308032"/>
              <a:gd name="connsiteY138" fmla="*/ 509969 h 1458087"/>
              <a:gd name="connsiteX139" fmla="*/ 2650808 w 3308032"/>
              <a:gd name="connsiteY139" fmla="*/ 475012 h 1458087"/>
              <a:gd name="connsiteX140" fmla="*/ 2678525 w 3308032"/>
              <a:gd name="connsiteY140" fmla="*/ 381286 h 1458087"/>
              <a:gd name="connsiteX141" fmla="*/ 3280410 w 3308032"/>
              <a:gd name="connsiteY141" fmla="*/ 494729 h 1458087"/>
              <a:gd name="connsiteX142" fmla="*/ 3257360 w 3308032"/>
              <a:gd name="connsiteY142" fmla="*/ 507397 h 1458087"/>
              <a:gd name="connsiteX143" fmla="*/ 3236500 w 3308032"/>
              <a:gd name="connsiteY143" fmla="*/ 511112 h 1458087"/>
              <a:gd name="connsiteX144" fmla="*/ 3205258 w 3308032"/>
              <a:gd name="connsiteY144" fmla="*/ 497872 h 1458087"/>
              <a:gd name="connsiteX145" fmla="*/ 3194114 w 3308032"/>
              <a:gd name="connsiteY145" fmla="*/ 456724 h 1458087"/>
              <a:gd name="connsiteX146" fmla="*/ 3194114 w 3308032"/>
              <a:gd name="connsiteY146" fmla="*/ 260985 h 1458087"/>
              <a:gd name="connsiteX147" fmla="*/ 3291269 w 3308032"/>
              <a:gd name="connsiteY147" fmla="*/ 260985 h 1458087"/>
              <a:gd name="connsiteX148" fmla="*/ 3291269 w 3308032"/>
              <a:gd name="connsiteY148" fmla="*/ 191738 h 1458087"/>
              <a:gd name="connsiteX149" fmla="*/ 3194114 w 3308032"/>
              <a:gd name="connsiteY149" fmla="*/ 191738 h 1458087"/>
              <a:gd name="connsiteX150" fmla="*/ 3194114 w 3308032"/>
              <a:gd name="connsiteY150" fmla="*/ 82677 h 1458087"/>
              <a:gd name="connsiteX151" fmla="*/ 3105150 w 3308032"/>
              <a:gd name="connsiteY151" fmla="*/ 98298 h 1458087"/>
              <a:gd name="connsiteX152" fmla="*/ 3105150 w 3308032"/>
              <a:gd name="connsiteY152" fmla="*/ 191643 h 1458087"/>
              <a:gd name="connsiteX153" fmla="*/ 2957227 w 3308032"/>
              <a:gd name="connsiteY153" fmla="*/ 191643 h 1458087"/>
              <a:gd name="connsiteX154" fmla="*/ 2957227 w 3308032"/>
              <a:gd name="connsiteY154" fmla="*/ 130969 h 1458087"/>
              <a:gd name="connsiteX155" fmla="*/ 2970086 w 3308032"/>
              <a:gd name="connsiteY155" fmla="*/ 86297 h 1458087"/>
              <a:gd name="connsiteX156" fmla="*/ 3006757 w 3308032"/>
              <a:gd name="connsiteY156" fmla="*/ 71438 h 1458087"/>
              <a:gd name="connsiteX157" fmla="*/ 3029236 w 3308032"/>
              <a:gd name="connsiteY157" fmla="*/ 74962 h 1458087"/>
              <a:gd name="connsiteX158" fmla="*/ 3049143 w 3308032"/>
              <a:gd name="connsiteY158" fmla="*/ 84868 h 1458087"/>
              <a:gd name="connsiteX159" fmla="*/ 3085624 w 3308032"/>
              <a:gd name="connsiteY159" fmla="*/ 20479 h 1458087"/>
              <a:gd name="connsiteX160" fmla="*/ 3045429 w 3308032"/>
              <a:gd name="connsiteY160" fmla="*/ 5048 h 1458087"/>
              <a:gd name="connsiteX161" fmla="*/ 3003042 w 3308032"/>
              <a:gd name="connsiteY161" fmla="*/ 0 h 1458087"/>
              <a:gd name="connsiteX162" fmla="*/ 2903887 w 3308032"/>
              <a:gd name="connsiteY162" fmla="*/ 34957 h 1458087"/>
              <a:gd name="connsiteX163" fmla="*/ 2868740 w 3308032"/>
              <a:gd name="connsiteY163" fmla="*/ 130207 h 1458087"/>
              <a:gd name="connsiteX164" fmla="*/ 2868740 w 3308032"/>
              <a:gd name="connsiteY164" fmla="*/ 191643 h 1458087"/>
              <a:gd name="connsiteX165" fmla="*/ 2803970 w 3308032"/>
              <a:gd name="connsiteY165" fmla="*/ 191643 h 1458087"/>
              <a:gd name="connsiteX166" fmla="*/ 2803970 w 3308032"/>
              <a:gd name="connsiteY166" fmla="*/ 260890 h 1458087"/>
              <a:gd name="connsiteX167" fmla="*/ 2868740 w 3308032"/>
              <a:gd name="connsiteY167" fmla="*/ 260890 h 1458087"/>
              <a:gd name="connsiteX168" fmla="*/ 2868740 w 3308032"/>
              <a:gd name="connsiteY168" fmla="*/ 572643 h 1458087"/>
              <a:gd name="connsiteX169" fmla="*/ 2957322 w 3308032"/>
              <a:gd name="connsiteY169" fmla="*/ 572643 h 1458087"/>
              <a:gd name="connsiteX170" fmla="*/ 2957322 w 3308032"/>
              <a:gd name="connsiteY170" fmla="*/ 260890 h 1458087"/>
              <a:gd name="connsiteX171" fmla="*/ 3105246 w 3308032"/>
              <a:gd name="connsiteY171" fmla="*/ 260890 h 1458087"/>
              <a:gd name="connsiteX172" fmla="*/ 3105246 w 3308032"/>
              <a:gd name="connsiteY172" fmla="*/ 469297 h 1458087"/>
              <a:gd name="connsiteX173" fmla="*/ 3133535 w 3308032"/>
              <a:gd name="connsiteY173" fmla="*/ 553022 h 1458087"/>
              <a:gd name="connsiteX174" fmla="*/ 3218021 w 3308032"/>
              <a:gd name="connsiteY174" fmla="*/ 581692 h 1458087"/>
              <a:gd name="connsiteX175" fmla="*/ 3269171 w 3308032"/>
              <a:gd name="connsiteY175" fmla="*/ 574453 h 1458087"/>
              <a:gd name="connsiteX176" fmla="*/ 3308033 w 3308032"/>
              <a:gd name="connsiteY176" fmla="*/ 554926 h 1458087"/>
              <a:gd name="connsiteX177" fmla="*/ 3280505 w 3308032"/>
              <a:gd name="connsiteY177" fmla="*/ 494633 h 1458087"/>
              <a:gd name="connsiteX178" fmla="*/ 301181 w 3308032"/>
              <a:gd name="connsiteY178" fmla="*/ 915543 h 1458087"/>
              <a:gd name="connsiteX179" fmla="*/ 497300 w 3308032"/>
              <a:gd name="connsiteY179" fmla="*/ 1449134 h 1458087"/>
              <a:gd name="connsiteX180" fmla="*/ 399860 w 3308032"/>
              <a:gd name="connsiteY180" fmla="*/ 1449134 h 1458087"/>
              <a:gd name="connsiteX181" fmla="*/ 354139 w 3308032"/>
              <a:gd name="connsiteY181" fmla="*/ 1324166 h 1458087"/>
              <a:gd name="connsiteX182" fmla="*/ 140970 w 3308032"/>
              <a:gd name="connsiteY182" fmla="*/ 1324166 h 1458087"/>
              <a:gd name="connsiteX183" fmla="*/ 97441 w 3308032"/>
              <a:gd name="connsiteY183" fmla="*/ 1449134 h 1458087"/>
              <a:gd name="connsiteX184" fmla="*/ 0 w 3308032"/>
              <a:gd name="connsiteY184" fmla="*/ 1449134 h 1458087"/>
              <a:gd name="connsiteX185" fmla="*/ 197930 w 3308032"/>
              <a:gd name="connsiteY185" fmla="*/ 915543 h 1458087"/>
              <a:gd name="connsiteX186" fmla="*/ 301371 w 3308032"/>
              <a:gd name="connsiteY186" fmla="*/ 915543 h 1458087"/>
              <a:gd name="connsiteX187" fmla="*/ 329851 w 3308032"/>
              <a:gd name="connsiteY187" fmla="*/ 1247108 h 1458087"/>
              <a:gd name="connsiteX188" fmla="*/ 257651 w 3308032"/>
              <a:gd name="connsiteY188" fmla="*/ 1037654 h 1458087"/>
              <a:gd name="connsiteX189" fmla="*/ 252984 w 3308032"/>
              <a:gd name="connsiteY189" fmla="*/ 1022795 h 1458087"/>
              <a:gd name="connsiteX190" fmla="*/ 248317 w 3308032"/>
              <a:gd name="connsiteY190" fmla="*/ 1006412 h 1458087"/>
              <a:gd name="connsiteX191" fmla="*/ 246126 w 3308032"/>
              <a:gd name="connsiteY191" fmla="*/ 1006412 h 1458087"/>
              <a:gd name="connsiteX192" fmla="*/ 241459 w 3308032"/>
              <a:gd name="connsiteY192" fmla="*/ 1022223 h 1458087"/>
              <a:gd name="connsiteX193" fmla="*/ 236411 w 3308032"/>
              <a:gd name="connsiteY193" fmla="*/ 1037654 h 1458087"/>
              <a:gd name="connsiteX194" fmla="*/ 164973 w 3308032"/>
              <a:gd name="connsiteY194" fmla="*/ 1247108 h 1458087"/>
              <a:gd name="connsiteX195" fmla="*/ 329756 w 3308032"/>
              <a:gd name="connsiteY195" fmla="*/ 1247108 h 1458087"/>
              <a:gd name="connsiteX196" fmla="*/ 557403 w 3308032"/>
              <a:gd name="connsiteY196" fmla="*/ 1449134 h 1458087"/>
              <a:gd name="connsiteX197" fmla="*/ 648557 w 3308032"/>
              <a:gd name="connsiteY197" fmla="*/ 1449134 h 1458087"/>
              <a:gd name="connsiteX198" fmla="*/ 648557 w 3308032"/>
              <a:gd name="connsiteY198" fmla="*/ 915543 h 1458087"/>
              <a:gd name="connsiteX199" fmla="*/ 557403 w 3308032"/>
              <a:gd name="connsiteY199" fmla="*/ 915543 h 1458087"/>
              <a:gd name="connsiteX200" fmla="*/ 557403 w 3308032"/>
              <a:gd name="connsiteY200" fmla="*/ 1449134 h 1458087"/>
              <a:gd name="connsiteX201" fmla="*/ 1271778 w 3308032"/>
              <a:gd name="connsiteY201" fmla="*/ 915543 h 1458087"/>
              <a:gd name="connsiteX202" fmla="*/ 883730 w 3308032"/>
              <a:gd name="connsiteY202" fmla="*/ 915543 h 1458087"/>
              <a:gd name="connsiteX203" fmla="*/ 883730 w 3308032"/>
              <a:gd name="connsiteY203" fmla="*/ 992600 h 1458087"/>
              <a:gd name="connsiteX204" fmla="*/ 1031843 w 3308032"/>
              <a:gd name="connsiteY204" fmla="*/ 992600 h 1458087"/>
              <a:gd name="connsiteX205" fmla="*/ 1031843 w 3308032"/>
              <a:gd name="connsiteY205" fmla="*/ 1449134 h 1458087"/>
              <a:gd name="connsiteX206" fmla="*/ 1122998 w 3308032"/>
              <a:gd name="connsiteY206" fmla="*/ 1449134 h 1458087"/>
              <a:gd name="connsiteX207" fmla="*/ 1122998 w 3308032"/>
              <a:gd name="connsiteY207" fmla="*/ 992600 h 1458087"/>
              <a:gd name="connsiteX208" fmla="*/ 1271778 w 3308032"/>
              <a:gd name="connsiteY208" fmla="*/ 992600 h 1458087"/>
              <a:gd name="connsiteX209" fmla="*/ 1271778 w 3308032"/>
              <a:gd name="connsiteY209" fmla="*/ 915543 h 1458087"/>
              <a:gd name="connsiteX210" fmla="*/ 1581340 w 3308032"/>
              <a:gd name="connsiteY210" fmla="*/ 1113854 h 1458087"/>
              <a:gd name="connsiteX211" fmla="*/ 1633633 w 3308032"/>
              <a:gd name="connsiteY211" fmla="*/ 1255205 h 1458087"/>
              <a:gd name="connsiteX212" fmla="*/ 1578578 w 3308032"/>
              <a:gd name="connsiteY212" fmla="*/ 1400842 h 1458087"/>
              <a:gd name="connsiteX213" fmla="*/ 1433132 w 3308032"/>
              <a:gd name="connsiteY213" fmla="*/ 1457992 h 1458087"/>
              <a:gd name="connsiteX214" fmla="*/ 1288923 w 3308032"/>
              <a:gd name="connsiteY214" fmla="*/ 1404747 h 1458087"/>
              <a:gd name="connsiteX215" fmla="*/ 1235488 w 3308032"/>
              <a:gd name="connsiteY215" fmla="*/ 1261491 h 1458087"/>
              <a:gd name="connsiteX216" fmla="*/ 1292066 w 3308032"/>
              <a:gd name="connsiteY216" fmla="*/ 1114711 h 1458087"/>
              <a:gd name="connsiteX217" fmla="*/ 1438275 w 3308032"/>
              <a:gd name="connsiteY217" fmla="*/ 1059085 h 1458087"/>
              <a:gd name="connsiteX218" fmla="*/ 1581340 w 3308032"/>
              <a:gd name="connsiteY218" fmla="*/ 1113758 h 1458087"/>
              <a:gd name="connsiteX219" fmla="*/ 1542479 w 3308032"/>
              <a:gd name="connsiteY219" fmla="*/ 1257491 h 1458087"/>
              <a:gd name="connsiteX220" fmla="*/ 1514570 w 3308032"/>
              <a:gd name="connsiteY220" fmla="*/ 1165955 h 1458087"/>
              <a:gd name="connsiteX221" fmla="*/ 1436084 w 3308032"/>
              <a:gd name="connsiteY221" fmla="*/ 1131380 h 1458087"/>
              <a:gd name="connsiteX222" fmla="*/ 1356265 w 3308032"/>
              <a:gd name="connsiteY222" fmla="*/ 1167098 h 1458087"/>
              <a:gd name="connsiteX223" fmla="*/ 1326356 w 3308032"/>
              <a:gd name="connsiteY223" fmla="*/ 1259777 h 1458087"/>
              <a:gd name="connsiteX224" fmla="*/ 1355979 w 3308032"/>
              <a:gd name="connsiteY224" fmla="*/ 1352455 h 1458087"/>
              <a:gd name="connsiteX225" fmla="*/ 1436561 w 3308032"/>
              <a:gd name="connsiteY225" fmla="*/ 1386269 h 1458087"/>
              <a:gd name="connsiteX226" fmla="*/ 1514856 w 3308032"/>
              <a:gd name="connsiteY226" fmla="*/ 1351312 h 1458087"/>
              <a:gd name="connsiteX227" fmla="*/ 1542574 w 3308032"/>
              <a:gd name="connsiteY227" fmla="*/ 1257586 h 1458087"/>
              <a:gd name="connsiteX228" fmla="*/ 1951577 w 3308032"/>
              <a:gd name="connsiteY228" fmla="*/ 1285399 h 1458087"/>
              <a:gd name="connsiteX229" fmla="*/ 1926622 w 3308032"/>
              <a:gd name="connsiteY229" fmla="*/ 1357598 h 1458087"/>
              <a:gd name="connsiteX230" fmla="*/ 1862233 w 3308032"/>
              <a:gd name="connsiteY230" fmla="*/ 1386269 h 1458087"/>
              <a:gd name="connsiteX231" fmla="*/ 1805273 w 3308032"/>
              <a:gd name="connsiteY231" fmla="*/ 1362266 h 1458087"/>
              <a:gd name="connsiteX232" fmla="*/ 1787081 w 3308032"/>
              <a:gd name="connsiteY232" fmla="*/ 1290638 h 1458087"/>
              <a:gd name="connsiteX233" fmla="*/ 1787081 w 3308032"/>
              <a:gd name="connsiteY233" fmla="*/ 1068134 h 1458087"/>
              <a:gd name="connsiteX234" fmla="*/ 1698498 w 3308032"/>
              <a:gd name="connsiteY234" fmla="*/ 1068134 h 1458087"/>
              <a:gd name="connsiteX235" fmla="*/ 1698498 w 3308032"/>
              <a:gd name="connsiteY235" fmla="*/ 1302544 h 1458087"/>
              <a:gd name="connsiteX236" fmla="*/ 1732502 w 3308032"/>
              <a:gd name="connsiteY236" fmla="*/ 1418463 h 1458087"/>
              <a:gd name="connsiteX237" fmla="*/ 1833563 w 3308032"/>
              <a:gd name="connsiteY237" fmla="*/ 1458087 h 1458087"/>
              <a:gd name="connsiteX238" fmla="*/ 1899571 w 3308032"/>
              <a:gd name="connsiteY238" fmla="*/ 1441514 h 1458087"/>
              <a:gd name="connsiteX239" fmla="*/ 1949577 w 3308032"/>
              <a:gd name="connsiteY239" fmla="*/ 1397413 h 1458087"/>
              <a:gd name="connsiteX240" fmla="*/ 1951482 w 3308032"/>
              <a:gd name="connsiteY240" fmla="*/ 1397413 h 1458087"/>
              <a:gd name="connsiteX241" fmla="*/ 1951482 w 3308032"/>
              <a:gd name="connsiteY241" fmla="*/ 1449134 h 1458087"/>
              <a:gd name="connsiteX242" fmla="*/ 2040446 w 3308032"/>
              <a:gd name="connsiteY242" fmla="*/ 1449134 h 1458087"/>
              <a:gd name="connsiteX243" fmla="*/ 2040446 w 3308032"/>
              <a:gd name="connsiteY243" fmla="*/ 1068134 h 1458087"/>
              <a:gd name="connsiteX244" fmla="*/ 1951482 w 3308032"/>
              <a:gd name="connsiteY244" fmla="*/ 1068134 h 1458087"/>
              <a:gd name="connsiteX245" fmla="*/ 1951482 w 3308032"/>
              <a:gd name="connsiteY245" fmla="*/ 1285399 h 1458087"/>
              <a:gd name="connsiteX246" fmla="*/ 2326767 w 3308032"/>
              <a:gd name="connsiteY246" fmla="*/ 1061466 h 1458087"/>
              <a:gd name="connsiteX247" fmla="*/ 2266474 w 3308032"/>
              <a:gd name="connsiteY247" fmla="*/ 1080992 h 1458087"/>
              <a:gd name="connsiteX248" fmla="*/ 2227040 w 3308032"/>
              <a:gd name="connsiteY248" fmla="*/ 1136999 h 1458087"/>
              <a:gd name="connsiteX249" fmla="*/ 2225516 w 3308032"/>
              <a:gd name="connsiteY249" fmla="*/ 1136999 h 1458087"/>
              <a:gd name="connsiteX250" fmla="*/ 2225516 w 3308032"/>
              <a:gd name="connsiteY250" fmla="*/ 1068134 h 1458087"/>
              <a:gd name="connsiteX251" fmla="*/ 2136553 w 3308032"/>
              <a:gd name="connsiteY251" fmla="*/ 1068134 h 1458087"/>
              <a:gd name="connsiteX252" fmla="*/ 2136553 w 3308032"/>
              <a:gd name="connsiteY252" fmla="*/ 1449134 h 1458087"/>
              <a:gd name="connsiteX253" fmla="*/ 2225516 w 3308032"/>
              <a:gd name="connsiteY253" fmla="*/ 1449134 h 1458087"/>
              <a:gd name="connsiteX254" fmla="*/ 2225516 w 3308032"/>
              <a:gd name="connsiteY254" fmla="*/ 1260824 h 1458087"/>
              <a:gd name="connsiteX255" fmla="*/ 2249138 w 3308032"/>
              <a:gd name="connsiteY255" fmla="*/ 1172623 h 1458087"/>
              <a:gd name="connsiteX256" fmla="*/ 2311051 w 3308032"/>
              <a:gd name="connsiteY256" fmla="*/ 1139095 h 1458087"/>
              <a:gd name="connsiteX257" fmla="*/ 2334292 w 3308032"/>
              <a:gd name="connsiteY257" fmla="*/ 1141476 h 1458087"/>
              <a:gd name="connsiteX258" fmla="*/ 2356104 w 3308032"/>
              <a:gd name="connsiteY258" fmla="*/ 1147953 h 1458087"/>
              <a:gd name="connsiteX259" fmla="*/ 2379917 w 3308032"/>
              <a:gd name="connsiteY259" fmla="*/ 1072039 h 1458087"/>
              <a:gd name="connsiteX260" fmla="*/ 2353532 w 3308032"/>
              <a:gd name="connsiteY260" fmla="*/ 1063466 h 1458087"/>
              <a:gd name="connsiteX261" fmla="*/ 2326767 w 3308032"/>
              <a:gd name="connsiteY261" fmla="*/ 1061276 h 1458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</a:cxnLst>
            <a:rect l="l" t="t" r="r" b="b"/>
            <a:pathLst>
              <a:path w="3308032" h="1458087">
                <a:moveTo>
                  <a:pt x="542449" y="193453"/>
                </a:moveTo>
                <a:cubicBezTo>
                  <a:pt x="542830" y="180404"/>
                  <a:pt x="543116" y="165640"/>
                  <a:pt x="543401" y="148971"/>
                </a:cubicBezTo>
                <a:lnTo>
                  <a:pt x="541211" y="148971"/>
                </a:lnTo>
                <a:cubicBezTo>
                  <a:pt x="539020" y="156400"/>
                  <a:pt x="536829" y="162877"/>
                  <a:pt x="534924" y="168497"/>
                </a:cubicBezTo>
                <a:cubicBezTo>
                  <a:pt x="532924" y="174117"/>
                  <a:pt x="530733" y="180023"/>
                  <a:pt x="528257" y="186214"/>
                </a:cubicBezTo>
                <a:lnTo>
                  <a:pt x="374618" y="572834"/>
                </a:lnTo>
                <a:lnTo>
                  <a:pt x="310229" y="572834"/>
                </a:lnTo>
                <a:lnTo>
                  <a:pt x="155448" y="189643"/>
                </a:lnTo>
                <a:cubicBezTo>
                  <a:pt x="153448" y="183928"/>
                  <a:pt x="151447" y="178213"/>
                  <a:pt x="149352" y="172307"/>
                </a:cubicBezTo>
                <a:cubicBezTo>
                  <a:pt x="147257" y="166497"/>
                  <a:pt x="144589" y="158687"/>
                  <a:pt x="141351" y="149066"/>
                </a:cubicBezTo>
                <a:lnTo>
                  <a:pt x="139160" y="149066"/>
                </a:lnTo>
                <a:cubicBezTo>
                  <a:pt x="139637" y="164497"/>
                  <a:pt x="140018" y="180023"/>
                  <a:pt x="140303" y="195739"/>
                </a:cubicBezTo>
                <a:cubicBezTo>
                  <a:pt x="140589" y="211455"/>
                  <a:pt x="140684" y="228410"/>
                  <a:pt x="140684" y="246507"/>
                </a:cubicBezTo>
                <a:lnTo>
                  <a:pt x="140684" y="572834"/>
                </a:lnTo>
                <a:lnTo>
                  <a:pt x="55817" y="572834"/>
                </a:lnTo>
                <a:lnTo>
                  <a:pt x="55817" y="39243"/>
                </a:lnTo>
                <a:lnTo>
                  <a:pt x="185642" y="39243"/>
                </a:lnTo>
                <a:lnTo>
                  <a:pt x="322231" y="383381"/>
                </a:lnTo>
                <a:cubicBezTo>
                  <a:pt x="327470" y="396050"/>
                  <a:pt x="331565" y="406813"/>
                  <a:pt x="334709" y="415576"/>
                </a:cubicBezTo>
                <a:cubicBezTo>
                  <a:pt x="337852" y="424339"/>
                  <a:pt x="340805" y="434150"/>
                  <a:pt x="343853" y="444817"/>
                </a:cubicBezTo>
                <a:lnTo>
                  <a:pt x="346043" y="444817"/>
                </a:lnTo>
                <a:cubicBezTo>
                  <a:pt x="350520" y="432911"/>
                  <a:pt x="354520" y="422148"/>
                  <a:pt x="358140" y="412433"/>
                </a:cubicBezTo>
                <a:cubicBezTo>
                  <a:pt x="361760" y="402717"/>
                  <a:pt x="365474" y="392716"/>
                  <a:pt x="369475" y="382334"/>
                </a:cubicBezTo>
                <a:lnTo>
                  <a:pt x="507873" y="39243"/>
                </a:lnTo>
                <a:lnTo>
                  <a:pt x="632555" y="39243"/>
                </a:lnTo>
                <a:lnTo>
                  <a:pt x="632555" y="572834"/>
                </a:lnTo>
                <a:lnTo>
                  <a:pt x="542163" y="572834"/>
                </a:lnTo>
                <a:lnTo>
                  <a:pt x="542163" y="234220"/>
                </a:lnTo>
                <a:cubicBezTo>
                  <a:pt x="542163" y="220123"/>
                  <a:pt x="542354" y="206502"/>
                  <a:pt x="542735" y="193453"/>
                </a:cubicBezTo>
                <a:close/>
                <a:moveTo>
                  <a:pt x="768001" y="14383"/>
                </a:moveTo>
                <a:cubicBezTo>
                  <a:pt x="751904" y="14383"/>
                  <a:pt x="738759" y="19431"/>
                  <a:pt x="728567" y="29623"/>
                </a:cubicBezTo>
                <a:cubicBezTo>
                  <a:pt x="718376" y="39815"/>
                  <a:pt x="713327" y="52292"/>
                  <a:pt x="713327" y="67247"/>
                </a:cubicBezTo>
                <a:cubicBezTo>
                  <a:pt x="713327" y="82201"/>
                  <a:pt x="718376" y="94488"/>
                  <a:pt x="728567" y="104966"/>
                </a:cubicBezTo>
                <a:cubicBezTo>
                  <a:pt x="738759" y="115538"/>
                  <a:pt x="751904" y="120777"/>
                  <a:pt x="768001" y="120777"/>
                </a:cubicBezTo>
                <a:cubicBezTo>
                  <a:pt x="784098" y="120777"/>
                  <a:pt x="798005" y="115729"/>
                  <a:pt x="808196" y="105537"/>
                </a:cubicBezTo>
                <a:cubicBezTo>
                  <a:pt x="818388" y="95345"/>
                  <a:pt x="823436" y="82677"/>
                  <a:pt x="823436" y="67627"/>
                </a:cubicBezTo>
                <a:cubicBezTo>
                  <a:pt x="823436" y="52578"/>
                  <a:pt x="818388" y="39815"/>
                  <a:pt x="808196" y="29718"/>
                </a:cubicBezTo>
                <a:cubicBezTo>
                  <a:pt x="798005" y="19526"/>
                  <a:pt x="784669" y="14478"/>
                  <a:pt x="768001" y="14478"/>
                </a:cubicBezTo>
                <a:close/>
                <a:moveTo>
                  <a:pt x="723329" y="572834"/>
                </a:moveTo>
                <a:lnTo>
                  <a:pt x="812292" y="572834"/>
                </a:lnTo>
                <a:lnTo>
                  <a:pt x="812292" y="191834"/>
                </a:lnTo>
                <a:lnTo>
                  <a:pt x="723329" y="191834"/>
                </a:lnTo>
                <a:lnTo>
                  <a:pt x="723329" y="572834"/>
                </a:lnTo>
                <a:close/>
                <a:moveTo>
                  <a:pt x="1079278" y="581787"/>
                </a:moveTo>
                <a:cubicBezTo>
                  <a:pt x="1112234" y="581787"/>
                  <a:pt x="1142238" y="575120"/>
                  <a:pt x="1169099" y="561689"/>
                </a:cubicBezTo>
                <a:cubicBezTo>
                  <a:pt x="1195959" y="548259"/>
                  <a:pt x="1217867" y="527876"/>
                  <a:pt x="1234726" y="500253"/>
                </a:cubicBezTo>
                <a:lnTo>
                  <a:pt x="1165860" y="461582"/>
                </a:lnTo>
                <a:cubicBezTo>
                  <a:pt x="1154716" y="478250"/>
                  <a:pt x="1142048" y="490061"/>
                  <a:pt x="1127951" y="497110"/>
                </a:cubicBezTo>
                <a:cubicBezTo>
                  <a:pt x="1113854" y="504158"/>
                  <a:pt x="1098328" y="507683"/>
                  <a:pt x="1081469" y="507683"/>
                </a:cubicBezTo>
                <a:cubicBezTo>
                  <a:pt x="1049179" y="507683"/>
                  <a:pt x="1023461" y="496919"/>
                  <a:pt x="1004126" y="475298"/>
                </a:cubicBezTo>
                <a:cubicBezTo>
                  <a:pt x="984790" y="453676"/>
                  <a:pt x="975074" y="423005"/>
                  <a:pt x="975074" y="383000"/>
                </a:cubicBezTo>
                <a:cubicBezTo>
                  <a:pt x="975074" y="342995"/>
                  <a:pt x="984885" y="311087"/>
                  <a:pt x="1004506" y="288512"/>
                </a:cubicBezTo>
                <a:cubicBezTo>
                  <a:pt x="1024128" y="265938"/>
                  <a:pt x="1048988" y="254699"/>
                  <a:pt x="1079278" y="254699"/>
                </a:cubicBezTo>
                <a:cubicBezTo>
                  <a:pt x="1096613" y="254699"/>
                  <a:pt x="1112044" y="258318"/>
                  <a:pt x="1125379" y="265462"/>
                </a:cubicBezTo>
                <a:cubicBezTo>
                  <a:pt x="1138809" y="272701"/>
                  <a:pt x="1151192" y="284798"/>
                  <a:pt x="1162622" y="301943"/>
                </a:cubicBezTo>
                <a:lnTo>
                  <a:pt x="1232535" y="267367"/>
                </a:lnTo>
                <a:cubicBezTo>
                  <a:pt x="1219105" y="239554"/>
                  <a:pt x="1199102" y="218599"/>
                  <a:pt x="1172432" y="204311"/>
                </a:cubicBezTo>
                <a:cubicBezTo>
                  <a:pt x="1145762" y="190024"/>
                  <a:pt x="1115663" y="182880"/>
                  <a:pt x="1082231" y="182880"/>
                </a:cubicBezTo>
                <a:cubicBezTo>
                  <a:pt x="1023652" y="182880"/>
                  <a:pt x="976027" y="201263"/>
                  <a:pt x="939356" y="238125"/>
                </a:cubicBezTo>
                <a:cubicBezTo>
                  <a:pt x="902589" y="274987"/>
                  <a:pt x="884301" y="325279"/>
                  <a:pt x="884301" y="389001"/>
                </a:cubicBezTo>
                <a:cubicBezTo>
                  <a:pt x="884301" y="447008"/>
                  <a:pt x="901541" y="493681"/>
                  <a:pt x="936022" y="528923"/>
                </a:cubicBezTo>
                <a:cubicBezTo>
                  <a:pt x="970502" y="564166"/>
                  <a:pt x="1018223" y="581787"/>
                  <a:pt x="1079278" y="581787"/>
                </a:cubicBezTo>
                <a:close/>
                <a:moveTo>
                  <a:pt x="1393031" y="384524"/>
                </a:moveTo>
                <a:cubicBezTo>
                  <a:pt x="1393031" y="348044"/>
                  <a:pt x="1400937" y="318707"/>
                  <a:pt x="1416653" y="296323"/>
                </a:cubicBezTo>
                <a:cubicBezTo>
                  <a:pt x="1432370" y="274034"/>
                  <a:pt x="1453039" y="262795"/>
                  <a:pt x="1478566" y="262795"/>
                </a:cubicBezTo>
                <a:cubicBezTo>
                  <a:pt x="1486757" y="262795"/>
                  <a:pt x="1494473" y="263557"/>
                  <a:pt x="1501807" y="265176"/>
                </a:cubicBezTo>
                <a:cubicBezTo>
                  <a:pt x="1509141" y="266795"/>
                  <a:pt x="1516380" y="268986"/>
                  <a:pt x="1523619" y="271653"/>
                </a:cubicBezTo>
                <a:lnTo>
                  <a:pt x="1547432" y="195739"/>
                </a:lnTo>
                <a:cubicBezTo>
                  <a:pt x="1538002" y="191548"/>
                  <a:pt x="1529239" y="188690"/>
                  <a:pt x="1521047" y="187166"/>
                </a:cubicBezTo>
                <a:cubicBezTo>
                  <a:pt x="1512856" y="185642"/>
                  <a:pt x="1503902" y="184975"/>
                  <a:pt x="1494282" y="184975"/>
                </a:cubicBezTo>
                <a:cubicBezTo>
                  <a:pt x="1471422" y="184975"/>
                  <a:pt x="1451324" y="191452"/>
                  <a:pt x="1433989" y="204502"/>
                </a:cubicBezTo>
                <a:cubicBezTo>
                  <a:pt x="1416653" y="217551"/>
                  <a:pt x="1403509" y="236220"/>
                  <a:pt x="1394555" y="260509"/>
                </a:cubicBezTo>
                <a:lnTo>
                  <a:pt x="1393031" y="260509"/>
                </a:lnTo>
                <a:lnTo>
                  <a:pt x="1393031" y="191643"/>
                </a:lnTo>
                <a:lnTo>
                  <a:pt x="1304068" y="191643"/>
                </a:lnTo>
                <a:lnTo>
                  <a:pt x="1304068" y="572643"/>
                </a:lnTo>
                <a:lnTo>
                  <a:pt x="1393031" y="572643"/>
                </a:lnTo>
                <a:lnTo>
                  <a:pt x="1393031" y="384334"/>
                </a:lnTo>
                <a:close/>
                <a:moveTo>
                  <a:pt x="1621917" y="528542"/>
                </a:moveTo>
                <a:cubicBezTo>
                  <a:pt x="1586294" y="493109"/>
                  <a:pt x="1568482" y="445294"/>
                  <a:pt x="1568482" y="385286"/>
                </a:cubicBezTo>
                <a:cubicBezTo>
                  <a:pt x="1568768" y="324517"/>
                  <a:pt x="1587532" y="275558"/>
                  <a:pt x="1625060" y="238506"/>
                </a:cubicBezTo>
                <a:cubicBezTo>
                  <a:pt x="1662494" y="201454"/>
                  <a:pt x="1711262" y="182880"/>
                  <a:pt x="1771269" y="182880"/>
                </a:cubicBezTo>
                <a:cubicBezTo>
                  <a:pt x="1831277" y="182880"/>
                  <a:pt x="1879473" y="201073"/>
                  <a:pt x="1914335" y="237554"/>
                </a:cubicBezTo>
                <a:cubicBezTo>
                  <a:pt x="1949196" y="274034"/>
                  <a:pt x="1966627" y="321183"/>
                  <a:pt x="1966627" y="378905"/>
                </a:cubicBezTo>
                <a:cubicBezTo>
                  <a:pt x="1966627" y="436626"/>
                  <a:pt x="1948244" y="486537"/>
                  <a:pt x="1911572" y="524542"/>
                </a:cubicBezTo>
                <a:cubicBezTo>
                  <a:pt x="1874901" y="562642"/>
                  <a:pt x="1826324" y="581692"/>
                  <a:pt x="1766126" y="581692"/>
                </a:cubicBezTo>
                <a:cubicBezTo>
                  <a:pt x="1705928" y="581692"/>
                  <a:pt x="1657540" y="563975"/>
                  <a:pt x="1621917" y="528447"/>
                </a:cubicBezTo>
                <a:close/>
                <a:moveTo>
                  <a:pt x="1659350" y="383477"/>
                </a:moveTo>
                <a:cubicBezTo>
                  <a:pt x="1659350" y="422720"/>
                  <a:pt x="1669256" y="453580"/>
                  <a:pt x="1688973" y="476155"/>
                </a:cubicBezTo>
                <a:cubicBezTo>
                  <a:pt x="1708690" y="498729"/>
                  <a:pt x="1735550" y="509969"/>
                  <a:pt x="1769555" y="509969"/>
                </a:cubicBezTo>
                <a:cubicBezTo>
                  <a:pt x="1803559" y="509969"/>
                  <a:pt x="1829372" y="498348"/>
                  <a:pt x="1847850" y="475012"/>
                </a:cubicBezTo>
                <a:cubicBezTo>
                  <a:pt x="1866329" y="451675"/>
                  <a:pt x="1875568" y="420434"/>
                  <a:pt x="1875568" y="381286"/>
                </a:cubicBezTo>
                <a:cubicBezTo>
                  <a:pt x="1875568" y="342138"/>
                  <a:pt x="1866233" y="312801"/>
                  <a:pt x="1847660" y="289750"/>
                </a:cubicBezTo>
                <a:cubicBezTo>
                  <a:pt x="1829086" y="266700"/>
                  <a:pt x="1802892" y="255175"/>
                  <a:pt x="1769174" y="255175"/>
                </a:cubicBezTo>
                <a:cubicBezTo>
                  <a:pt x="1735455" y="255175"/>
                  <a:pt x="1709357" y="267081"/>
                  <a:pt x="1689354" y="290894"/>
                </a:cubicBezTo>
                <a:cubicBezTo>
                  <a:pt x="1669352" y="314706"/>
                  <a:pt x="1659446" y="345567"/>
                  <a:pt x="1659446" y="383572"/>
                </a:cubicBezTo>
                <a:close/>
                <a:moveTo>
                  <a:pt x="2267426" y="547878"/>
                </a:moveTo>
                <a:cubicBezTo>
                  <a:pt x="2294477" y="525304"/>
                  <a:pt x="2308003" y="495681"/>
                  <a:pt x="2308003" y="458915"/>
                </a:cubicBezTo>
                <a:cubicBezTo>
                  <a:pt x="2308003" y="426149"/>
                  <a:pt x="2297621" y="399859"/>
                  <a:pt x="2276761" y="380048"/>
                </a:cubicBezTo>
                <a:cubicBezTo>
                  <a:pt x="2255901" y="360236"/>
                  <a:pt x="2224373" y="346710"/>
                  <a:pt x="2182273" y="339471"/>
                </a:cubicBezTo>
                <a:cubicBezTo>
                  <a:pt x="2155222" y="334232"/>
                  <a:pt x="2136839" y="328232"/>
                  <a:pt x="2127028" y="321278"/>
                </a:cubicBezTo>
                <a:cubicBezTo>
                  <a:pt x="2117217" y="314325"/>
                  <a:pt x="2112359" y="304705"/>
                  <a:pt x="2112359" y="292227"/>
                </a:cubicBezTo>
                <a:cubicBezTo>
                  <a:pt x="2112359" y="279749"/>
                  <a:pt x="2117027" y="269272"/>
                  <a:pt x="2126456" y="261366"/>
                </a:cubicBezTo>
                <a:cubicBezTo>
                  <a:pt x="2135886" y="253460"/>
                  <a:pt x="2149602" y="249460"/>
                  <a:pt x="2167795" y="249460"/>
                </a:cubicBezTo>
                <a:cubicBezTo>
                  <a:pt x="2184654" y="249460"/>
                  <a:pt x="2199227" y="252413"/>
                  <a:pt x="2211515" y="258413"/>
                </a:cubicBezTo>
                <a:cubicBezTo>
                  <a:pt x="2223802" y="264414"/>
                  <a:pt x="2235613" y="273272"/>
                  <a:pt x="2247043" y="285179"/>
                </a:cubicBezTo>
                <a:lnTo>
                  <a:pt x="2298764" y="238316"/>
                </a:lnTo>
                <a:cubicBezTo>
                  <a:pt x="2284381" y="219742"/>
                  <a:pt x="2265902" y="205835"/>
                  <a:pt x="2243328" y="196596"/>
                </a:cubicBezTo>
                <a:cubicBezTo>
                  <a:pt x="2220754" y="187452"/>
                  <a:pt x="2196465" y="182785"/>
                  <a:pt x="2170367" y="182785"/>
                </a:cubicBezTo>
                <a:cubicBezTo>
                  <a:pt x="2129695" y="182785"/>
                  <a:pt x="2095976" y="193358"/>
                  <a:pt x="2069211" y="214598"/>
                </a:cubicBezTo>
                <a:cubicBezTo>
                  <a:pt x="2042446" y="235839"/>
                  <a:pt x="2029015" y="264986"/>
                  <a:pt x="2029015" y="302228"/>
                </a:cubicBezTo>
                <a:cubicBezTo>
                  <a:pt x="2029015" y="331280"/>
                  <a:pt x="2038922" y="355664"/>
                  <a:pt x="2058638" y="375380"/>
                </a:cubicBezTo>
                <a:cubicBezTo>
                  <a:pt x="2078355" y="395097"/>
                  <a:pt x="2113121" y="409289"/>
                  <a:pt x="2163032" y="417957"/>
                </a:cubicBezTo>
                <a:cubicBezTo>
                  <a:pt x="2183321" y="421672"/>
                  <a:pt x="2198656" y="427673"/>
                  <a:pt x="2208943" y="435959"/>
                </a:cubicBezTo>
                <a:cubicBezTo>
                  <a:pt x="2219230" y="444246"/>
                  <a:pt x="2224373" y="454628"/>
                  <a:pt x="2224373" y="467011"/>
                </a:cubicBezTo>
                <a:cubicBezTo>
                  <a:pt x="2224373" y="482155"/>
                  <a:pt x="2218944" y="493871"/>
                  <a:pt x="2207990" y="502158"/>
                </a:cubicBezTo>
                <a:cubicBezTo>
                  <a:pt x="2197037" y="510445"/>
                  <a:pt x="2181797" y="514636"/>
                  <a:pt x="2162271" y="514636"/>
                </a:cubicBezTo>
                <a:cubicBezTo>
                  <a:pt x="2144935" y="514636"/>
                  <a:pt x="2128361" y="510730"/>
                  <a:pt x="2112645" y="502920"/>
                </a:cubicBezTo>
                <a:cubicBezTo>
                  <a:pt x="2096929" y="495109"/>
                  <a:pt x="2082070" y="482060"/>
                  <a:pt x="2068163" y="463677"/>
                </a:cubicBezTo>
                <a:lnTo>
                  <a:pt x="2014633" y="511683"/>
                </a:lnTo>
                <a:cubicBezTo>
                  <a:pt x="2028730" y="534543"/>
                  <a:pt x="2048828" y="551879"/>
                  <a:pt x="2074926" y="563785"/>
                </a:cubicBezTo>
                <a:cubicBezTo>
                  <a:pt x="2101025" y="575691"/>
                  <a:pt x="2129885" y="581692"/>
                  <a:pt x="2161604" y="581692"/>
                </a:cubicBezTo>
                <a:cubicBezTo>
                  <a:pt x="2205228" y="581692"/>
                  <a:pt x="2240566" y="570452"/>
                  <a:pt x="2267617" y="547878"/>
                </a:cubicBezTo>
                <a:close/>
                <a:moveTo>
                  <a:pt x="2717292" y="237554"/>
                </a:moveTo>
                <a:cubicBezTo>
                  <a:pt x="2752154" y="274034"/>
                  <a:pt x="2769584" y="321183"/>
                  <a:pt x="2769584" y="378905"/>
                </a:cubicBezTo>
                <a:cubicBezTo>
                  <a:pt x="2769584" y="436626"/>
                  <a:pt x="2751201" y="486537"/>
                  <a:pt x="2714530" y="524542"/>
                </a:cubicBezTo>
                <a:cubicBezTo>
                  <a:pt x="2677859" y="562642"/>
                  <a:pt x="2629281" y="581692"/>
                  <a:pt x="2569083" y="581692"/>
                </a:cubicBezTo>
                <a:cubicBezTo>
                  <a:pt x="2508885" y="581692"/>
                  <a:pt x="2460498" y="563975"/>
                  <a:pt x="2424875" y="528447"/>
                </a:cubicBezTo>
                <a:cubicBezTo>
                  <a:pt x="2389251" y="493014"/>
                  <a:pt x="2371439" y="445199"/>
                  <a:pt x="2371439" y="385191"/>
                </a:cubicBezTo>
                <a:cubicBezTo>
                  <a:pt x="2371725" y="324422"/>
                  <a:pt x="2390489" y="275463"/>
                  <a:pt x="2428018" y="238411"/>
                </a:cubicBezTo>
                <a:cubicBezTo>
                  <a:pt x="2465451" y="201359"/>
                  <a:pt x="2514219" y="182785"/>
                  <a:pt x="2574227" y="182785"/>
                </a:cubicBezTo>
                <a:cubicBezTo>
                  <a:pt x="2634234" y="182785"/>
                  <a:pt x="2682431" y="200977"/>
                  <a:pt x="2717292" y="237458"/>
                </a:cubicBezTo>
                <a:close/>
                <a:moveTo>
                  <a:pt x="2678430" y="381191"/>
                </a:moveTo>
                <a:cubicBezTo>
                  <a:pt x="2678430" y="343281"/>
                  <a:pt x="2669096" y="312706"/>
                  <a:pt x="2650522" y="289655"/>
                </a:cubicBezTo>
                <a:cubicBezTo>
                  <a:pt x="2631948" y="266605"/>
                  <a:pt x="2605754" y="255079"/>
                  <a:pt x="2572036" y="255079"/>
                </a:cubicBezTo>
                <a:cubicBezTo>
                  <a:pt x="2538317" y="255079"/>
                  <a:pt x="2512219" y="266986"/>
                  <a:pt x="2492216" y="290798"/>
                </a:cubicBezTo>
                <a:cubicBezTo>
                  <a:pt x="2472214" y="314611"/>
                  <a:pt x="2462308" y="345472"/>
                  <a:pt x="2462308" y="383477"/>
                </a:cubicBezTo>
                <a:cubicBezTo>
                  <a:pt x="2462308" y="421481"/>
                  <a:pt x="2472214" y="453580"/>
                  <a:pt x="2491931" y="476155"/>
                </a:cubicBezTo>
                <a:cubicBezTo>
                  <a:pt x="2511647" y="498729"/>
                  <a:pt x="2538508" y="509969"/>
                  <a:pt x="2572512" y="509969"/>
                </a:cubicBezTo>
                <a:cubicBezTo>
                  <a:pt x="2606516" y="509969"/>
                  <a:pt x="2632329" y="498348"/>
                  <a:pt x="2650808" y="475012"/>
                </a:cubicBezTo>
                <a:cubicBezTo>
                  <a:pt x="2669286" y="451675"/>
                  <a:pt x="2678525" y="420434"/>
                  <a:pt x="2678525" y="381286"/>
                </a:cubicBezTo>
                <a:close/>
                <a:moveTo>
                  <a:pt x="3280410" y="494729"/>
                </a:moveTo>
                <a:cubicBezTo>
                  <a:pt x="3272028" y="500634"/>
                  <a:pt x="3264313" y="504920"/>
                  <a:pt x="3257360" y="507397"/>
                </a:cubicBezTo>
                <a:cubicBezTo>
                  <a:pt x="3250406" y="509873"/>
                  <a:pt x="3243453" y="511112"/>
                  <a:pt x="3236500" y="511112"/>
                </a:cubicBezTo>
                <a:cubicBezTo>
                  <a:pt x="3223070" y="511112"/>
                  <a:pt x="3212687" y="506730"/>
                  <a:pt x="3205258" y="497872"/>
                </a:cubicBezTo>
                <a:cubicBezTo>
                  <a:pt x="3197829" y="489109"/>
                  <a:pt x="3194114" y="475393"/>
                  <a:pt x="3194114" y="456724"/>
                </a:cubicBezTo>
                <a:lnTo>
                  <a:pt x="3194114" y="260985"/>
                </a:lnTo>
                <a:lnTo>
                  <a:pt x="3291269" y="260985"/>
                </a:lnTo>
                <a:lnTo>
                  <a:pt x="3291269" y="191738"/>
                </a:lnTo>
                <a:lnTo>
                  <a:pt x="3194114" y="191738"/>
                </a:lnTo>
                <a:lnTo>
                  <a:pt x="3194114" y="82677"/>
                </a:lnTo>
                <a:lnTo>
                  <a:pt x="3105150" y="98298"/>
                </a:lnTo>
                <a:lnTo>
                  <a:pt x="3105150" y="191643"/>
                </a:lnTo>
                <a:lnTo>
                  <a:pt x="2957227" y="191643"/>
                </a:lnTo>
                <a:lnTo>
                  <a:pt x="2957227" y="130969"/>
                </a:lnTo>
                <a:cubicBezTo>
                  <a:pt x="2957227" y="111157"/>
                  <a:pt x="2961513" y="96202"/>
                  <a:pt x="2970086" y="86297"/>
                </a:cubicBezTo>
                <a:cubicBezTo>
                  <a:pt x="2978658" y="76391"/>
                  <a:pt x="2990850" y="71438"/>
                  <a:pt x="3006757" y="71438"/>
                </a:cubicBezTo>
                <a:cubicBezTo>
                  <a:pt x="3014948" y="71438"/>
                  <a:pt x="3022473" y="72581"/>
                  <a:pt x="3029236" y="74962"/>
                </a:cubicBezTo>
                <a:cubicBezTo>
                  <a:pt x="3036094" y="77343"/>
                  <a:pt x="3042666" y="80581"/>
                  <a:pt x="3049143" y="84868"/>
                </a:cubicBezTo>
                <a:lnTo>
                  <a:pt x="3085624" y="20479"/>
                </a:lnTo>
                <a:cubicBezTo>
                  <a:pt x="3072479" y="13525"/>
                  <a:pt x="3059049" y="8382"/>
                  <a:pt x="3045429" y="5048"/>
                </a:cubicBezTo>
                <a:cubicBezTo>
                  <a:pt x="3031808" y="1715"/>
                  <a:pt x="3017615" y="0"/>
                  <a:pt x="3003042" y="0"/>
                </a:cubicBezTo>
                <a:cubicBezTo>
                  <a:pt x="2960370" y="0"/>
                  <a:pt x="2927318" y="11621"/>
                  <a:pt x="2903887" y="34957"/>
                </a:cubicBezTo>
                <a:cubicBezTo>
                  <a:pt x="2880455" y="58293"/>
                  <a:pt x="2868740" y="90011"/>
                  <a:pt x="2868740" y="130207"/>
                </a:cubicBezTo>
                <a:lnTo>
                  <a:pt x="2868740" y="191643"/>
                </a:lnTo>
                <a:lnTo>
                  <a:pt x="2803970" y="191643"/>
                </a:lnTo>
                <a:lnTo>
                  <a:pt x="2803970" y="260890"/>
                </a:lnTo>
                <a:lnTo>
                  <a:pt x="2868740" y="260890"/>
                </a:lnTo>
                <a:lnTo>
                  <a:pt x="2868740" y="572643"/>
                </a:lnTo>
                <a:lnTo>
                  <a:pt x="2957322" y="572643"/>
                </a:lnTo>
                <a:lnTo>
                  <a:pt x="2957322" y="260890"/>
                </a:lnTo>
                <a:lnTo>
                  <a:pt x="3105246" y="260890"/>
                </a:lnTo>
                <a:lnTo>
                  <a:pt x="3105246" y="469297"/>
                </a:lnTo>
                <a:cubicBezTo>
                  <a:pt x="3105246" y="505968"/>
                  <a:pt x="3114675" y="533876"/>
                  <a:pt x="3133535" y="553022"/>
                </a:cubicBezTo>
                <a:cubicBezTo>
                  <a:pt x="3152394" y="572167"/>
                  <a:pt x="3180588" y="581692"/>
                  <a:pt x="3218021" y="581692"/>
                </a:cubicBezTo>
                <a:cubicBezTo>
                  <a:pt x="3236405" y="581692"/>
                  <a:pt x="3253454" y="579311"/>
                  <a:pt x="3269171" y="574453"/>
                </a:cubicBezTo>
                <a:cubicBezTo>
                  <a:pt x="3284887" y="569595"/>
                  <a:pt x="3297841" y="563118"/>
                  <a:pt x="3308033" y="554926"/>
                </a:cubicBezTo>
                <a:lnTo>
                  <a:pt x="3280505" y="494633"/>
                </a:lnTo>
                <a:close/>
                <a:moveTo>
                  <a:pt x="301181" y="915543"/>
                </a:moveTo>
                <a:lnTo>
                  <a:pt x="497300" y="1449134"/>
                </a:lnTo>
                <a:lnTo>
                  <a:pt x="399860" y="1449134"/>
                </a:lnTo>
                <a:lnTo>
                  <a:pt x="354139" y="1324166"/>
                </a:lnTo>
                <a:lnTo>
                  <a:pt x="140970" y="1324166"/>
                </a:lnTo>
                <a:lnTo>
                  <a:pt x="97441" y="1449134"/>
                </a:lnTo>
                <a:lnTo>
                  <a:pt x="0" y="1449134"/>
                </a:lnTo>
                <a:lnTo>
                  <a:pt x="197930" y="915543"/>
                </a:lnTo>
                <a:lnTo>
                  <a:pt x="301371" y="915543"/>
                </a:lnTo>
                <a:close/>
                <a:moveTo>
                  <a:pt x="329851" y="1247108"/>
                </a:moveTo>
                <a:lnTo>
                  <a:pt x="257651" y="1037654"/>
                </a:lnTo>
                <a:cubicBezTo>
                  <a:pt x="255937" y="1032224"/>
                  <a:pt x="254318" y="1027271"/>
                  <a:pt x="252984" y="1022795"/>
                </a:cubicBezTo>
                <a:cubicBezTo>
                  <a:pt x="251651" y="1018318"/>
                  <a:pt x="250031" y="1012888"/>
                  <a:pt x="248317" y="1006412"/>
                </a:cubicBezTo>
                <a:lnTo>
                  <a:pt x="246126" y="1006412"/>
                </a:lnTo>
                <a:cubicBezTo>
                  <a:pt x="244412" y="1012317"/>
                  <a:pt x="242792" y="1017651"/>
                  <a:pt x="241459" y="1022223"/>
                </a:cubicBezTo>
                <a:cubicBezTo>
                  <a:pt x="240125" y="1026795"/>
                  <a:pt x="238411" y="1031938"/>
                  <a:pt x="236411" y="1037654"/>
                </a:cubicBezTo>
                <a:lnTo>
                  <a:pt x="164973" y="1247108"/>
                </a:lnTo>
                <a:lnTo>
                  <a:pt x="329756" y="1247108"/>
                </a:lnTo>
                <a:close/>
                <a:moveTo>
                  <a:pt x="557403" y="1449134"/>
                </a:moveTo>
                <a:lnTo>
                  <a:pt x="648557" y="1449134"/>
                </a:lnTo>
                <a:lnTo>
                  <a:pt x="648557" y="915543"/>
                </a:lnTo>
                <a:lnTo>
                  <a:pt x="557403" y="915543"/>
                </a:lnTo>
                <a:lnTo>
                  <a:pt x="557403" y="1449134"/>
                </a:lnTo>
                <a:close/>
                <a:moveTo>
                  <a:pt x="1271778" y="915543"/>
                </a:moveTo>
                <a:lnTo>
                  <a:pt x="883730" y="915543"/>
                </a:lnTo>
                <a:lnTo>
                  <a:pt x="883730" y="992600"/>
                </a:lnTo>
                <a:lnTo>
                  <a:pt x="1031843" y="992600"/>
                </a:lnTo>
                <a:lnTo>
                  <a:pt x="1031843" y="1449134"/>
                </a:lnTo>
                <a:lnTo>
                  <a:pt x="1122998" y="1449134"/>
                </a:lnTo>
                <a:lnTo>
                  <a:pt x="1122998" y="992600"/>
                </a:lnTo>
                <a:lnTo>
                  <a:pt x="1271778" y="992600"/>
                </a:lnTo>
                <a:lnTo>
                  <a:pt x="1271778" y="915543"/>
                </a:lnTo>
                <a:close/>
                <a:moveTo>
                  <a:pt x="1581340" y="1113854"/>
                </a:moveTo>
                <a:cubicBezTo>
                  <a:pt x="1616202" y="1150334"/>
                  <a:pt x="1633633" y="1197483"/>
                  <a:pt x="1633633" y="1255205"/>
                </a:cubicBezTo>
                <a:cubicBezTo>
                  <a:pt x="1633633" y="1312926"/>
                  <a:pt x="1615250" y="1362837"/>
                  <a:pt x="1578578" y="1400842"/>
                </a:cubicBezTo>
                <a:cubicBezTo>
                  <a:pt x="1541812" y="1438942"/>
                  <a:pt x="1493330" y="1457992"/>
                  <a:pt x="1433132" y="1457992"/>
                </a:cubicBezTo>
                <a:cubicBezTo>
                  <a:pt x="1372934" y="1457992"/>
                  <a:pt x="1324547" y="1440275"/>
                  <a:pt x="1288923" y="1404747"/>
                </a:cubicBezTo>
                <a:cubicBezTo>
                  <a:pt x="1253300" y="1369314"/>
                  <a:pt x="1235488" y="1321499"/>
                  <a:pt x="1235488" y="1261491"/>
                </a:cubicBezTo>
                <a:cubicBezTo>
                  <a:pt x="1235774" y="1200722"/>
                  <a:pt x="1254538" y="1151763"/>
                  <a:pt x="1292066" y="1114711"/>
                </a:cubicBezTo>
                <a:cubicBezTo>
                  <a:pt x="1329500" y="1077659"/>
                  <a:pt x="1378268" y="1059085"/>
                  <a:pt x="1438275" y="1059085"/>
                </a:cubicBezTo>
                <a:cubicBezTo>
                  <a:pt x="1498283" y="1059085"/>
                  <a:pt x="1546479" y="1077278"/>
                  <a:pt x="1581340" y="1113758"/>
                </a:cubicBezTo>
                <a:close/>
                <a:moveTo>
                  <a:pt x="1542479" y="1257491"/>
                </a:moveTo>
                <a:cubicBezTo>
                  <a:pt x="1542479" y="1219581"/>
                  <a:pt x="1533144" y="1189006"/>
                  <a:pt x="1514570" y="1165955"/>
                </a:cubicBezTo>
                <a:cubicBezTo>
                  <a:pt x="1495997" y="1142905"/>
                  <a:pt x="1469803" y="1131380"/>
                  <a:pt x="1436084" y="1131380"/>
                </a:cubicBezTo>
                <a:cubicBezTo>
                  <a:pt x="1402366" y="1131380"/>
                  <a:pt x="1376267" y="1143286"/>
                  <a:pt x="1356265" y="1167098"/>
                </a:cubicBezTo>
                <a:cubicBezTo>
                  <a:pt x="1336262" y="1190911"/>
                  <a:pt x="1326356" y="1221772"/>
                  <a:pt x="1326356" y="1259777"/>
                </a:cubicBezTo>
                <a:cubicBezTo>
                  <a:pt x="1326356" y="1297781"/>
                  <a:pt x="1336262" y="1329881"/>
                  <a:pt x="1355979" y="1352455"/>
                </a:cubicBezTo>
                <a:cubicBezTo>
                  <a:pt x="1375696" y="1375029"/>
                  <a:pt x="1402556" y="1386269"/>
                  <a:pt x="1436561" y="1386269"/>
                </a:cubicBezTo>
                <a:cubicBezTo>
                  <a:pt x="1470565" y="1386269"/>
                  <a:pt x="1496378" y="1374648"/>
                  <a:pt x="1514856" y="1351312"/>
                </a:cubicBezTo>
                <a:cubicBezTo>
                  <a:pt x="1533335" y="1327976"/>
                  <a:pt x="1542574" y="1296734"/>
                  <a:pt x="1542574" y="1257586"/>
                </a:cubicBezTo>
                <a:close/>
                <a:moveTo>
                  <a:pt x="1951577" y="1285399"/>
                </a:moveTo>
                <a:cubicBezTo>
                  <a:pt x="1951577" y="1314450"/>
                  <a:pt x="1943290" y="1338453"/>
                  <a:pt x="1926622" y="1357598"/>
                </a:cubicBezTo>
                <a:cubicBezTo>
                  <a:pt x="1910048" y="1376744"/>
                  <a:pt x="1888522" y="1386269"/>
                  <a:pt x="1862233" y="1386269"/>
                </a:cubicBezTo>
                <a:cubicBezTo>
                  <a:pt x="1835944" y="1386269"/>
                  <a:pt x="1817465" y="1378268"/>
                  <a:pt x="1805273" y="1362266"/>
                </a:cubicBezTo>
                <a:cubicBezTo>
                  <a:pt x="1793081" y="1346264"/>
                  <a:pt x="1787081" y="1322356"/>
                  <a:pt x="1787081" y="1290638"/>
                </a:cubicBezTo>
                <a:lnTo>
                  <a:pt x="1787081" y="1068134"/>
                </a:lnTo>
                <a:lnTo>
                  <a:pt x="1698498" y="1068134"/>
                </a:lnTo>
                <a:lnTo>
                  <a:pt x="1698498" y="1302544"/>
                </a:lnTo>
                <a:cubicBezTo>
                  <a:pt x="1698498" y="1353407"/>
                  <a:pt x="1709833" y="1391984"/>
                  <a:pt x="1732502" y="1418463"/>
                </a:cubicBezTo>
                <a:cubicBezTo>
                  <a:pt x="1755172" y="1444943"/>
                  <a:pt x="1788890" y="1458087"/>
                  <a:pt x="1833563" y="1458087"/>
                </a:cubicBezTo>
                <a:cubicBezTo>
                  <a:pt x="1856423" y="1458087"/>
                  <a:pt x="1878425" y="1452563"/>
                  <a:pt x="1899571" y="1441514"/>
                </a:cubicBezTo>
                <a:cubicBezTo>
                  <a:pt x="1920716" y="1430465"/>
                  <a:pt x="1937480" y="1415796"/>
                  <a:pt x="1949577" y="1397413"/>
                </a:cubicBezTo>
                <a:lnTo>
                  <a:pt x="1951482" y="1397413"/>
                </a:lnTo>
                <a:lnTo>
                  <a:pt x="1951482" y="1449134"/>
                </a:lnTo>
                <a:lnTo>
                  <a:pt x="2040446" y="1449134"/>
                </a:lnTo>
                <a:lnTo>
                  <a:pt x="2040446" y="1068134"/>
                </a:lnTo>
                <a:lnTo>
                  <a:pt x="1951482" y="1068134"/>
                </a:lnTo>
                <a:lnTo>
                  <a:pt x="1951482" y="1285399"/>
                </a:lnTo>
                <a:close/>
                <a:moveTo>
                  <a:pt x="2326767" y="1061466"/>
                </a:moveTo>
                <a:cubicBezTo>
                  <a:pt x="2303907" y="1061466"/>
                  <a:pt x="2283809" y="1067943"/>
                  <a:pt x="2266474" y="1080992"/>
                </a:cubicBezTo>
                <a:cubicBezTo>
                  <a:pt x="2249138" y="1094042"/>
                  <a:pt x="2235994" y="1112711"/>
                  <a:pt x="2227040" y="1136999"/>
                </a:cubicBezTo>
                <a:lnTo>
                  <a:pt x="2225516" y="1136999"/>
                </a:lnTo>
                <a:lnTo>
                  <a:pt x="2225516" y="1068134"/>
                </a:lnTo>
                <a:lnTo>
                  <a:pt x="2136553" y="1068134"/>
                </a:lnTo>
                <a:lnTo>
                  <a:pt x="2136553" y="1449134"/>
                </a:lnTo>
                <a:lnTo>
                  <a:pt x="2225516" y="1449134"/>
                </a:lnTo>
                <a:lnTo>
                  <a:pt x="2225516" y="1260824"/>
                </a:lnTo>
                <a:cubicBezTo>
                  <a:pt x="2225516" y="1224344"/>
                  <a:pt x="2233422" y="1195007"/>
                  <a:pt x="2249138" y="1172623"/>
                </a:cubicBezTo>
                <a:cubicBezTo>
                  <a:pt x="2264855" y="1150334"/>
                  <a:pt x="2285524" y="1139095"/>
                  <a:pt x="2311051" y="1139095"/>
                </a:cubicBezTo>
                <a:cubicBezTo>
                  <a:pt x="2319242" y="1139095"/>
                  <a:pt x="2326958" y="1139857"/>
                  <a:pt x="2334292" y="1141476"/>
                </a:cubicBezTo>
                <a:cubicBezTo>
                  <a:pt x="2341626" y="1143095"/>
                  <a:pt x="2348865" y="1145286"/>
                  <a:pt x="2356104" y="1147953"/>
                </a:cubicBezTo>
                <a:lnTo>
                  <a:pt x="2379917" y="1072039"/>
                </a:lnTo>
                <a:cubicBezTo>
                  <a:pt x="2370487" y="1067848"/>
                  <a:pt x="2361724" y="1064990"/>
                  <a:pt x="2353532" y="1063466"/>
                </a:cubicBezTo>
                <a:cubicBezTo>
                  <a:pt x="2345341" y="1061942"/>
                  <a:pt x="2336387" y="1061276"/>
                  <a:pt x="2326767" y="1061276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33000">
                <a:srgbClr val="FFFFFF"/>
              </a:gs>
              <a:gs pos="69000">
                <a:srgbClr val="D4EC8E"/>
              </a:gs>
            </a:gsLst>
            <a:lin ang="2700000" scaled="0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D3C8DE-A151-6229-4ABB-693D018AB9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Speaker name or subtitle text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7402CA17-47CB-D841-851F-EAC4B87C20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b="1" i="0" spc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338554"/>
          </a:xfrm>
        </p:spPr>
        <p:txBody>
          <a:bodyPr/>
          <a:lstStyle>
            <a:lvl1pPr marL="0" indent="0">
              <a:buNone/>
              <a:defRPr sz="22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263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06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30A553-BFB8-57D4-AE28-9398552BB4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92" y="333"/>
            <a:ext cx="12190815" cy="68573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rgbClr val="091F2C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rgbClr val="091F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13ECED-2129-6B62-31D3-80AD61D9A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rgbClr val="091F2C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2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2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2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6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7.xml"/><Relationship Id="rId8" Type="http://schemas.openxmlformats.org/officeDocument/2006/relationships/slideLayout" Target="../slideLayouts/slideLayout57.xml"/><Relationship Id="rId51" Type="http://schemas.openxmlformats.org/officeDocument/2006/relationships/image" Target="../media/image2.svg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9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Pretendard SemiBold" panose="02000503000000020004" pitchFamily="2" charset="-127"/>
          <a:ea typeface="Pretendard SemiBold" panose="02000503000000020004" pitchFamily="2" charset="-127"/>
          <a:cs typeface="Pretendard SemiBold" panose="02000503000000020004" pitchFamily="2" charset="-127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9" r:id="rId46"/>
    <p:sldLayoutId id="2147485600" r:id="rId47"/>
    <p:sldLayoutId id="2147485602" r:id="rId48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Pretendard SemiBold" panose="02000503000000020004" pitchFamily="2" charset="-127"/>
          <a:ea typeface="Pretendard SemiBold" panose="02000503000000020004" pitchFamily="2" charset="-127"/>
          <a:cs typeface="Pretendard SemiBold" panose="02000503000000020004" pitchFamily="2" charset="-127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3" Type="http://schemas.openxmlformats.org/officeDocument/2006/relationships/image" Target="../media/image35.pn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3" Type="http://schemas.openxmlformats.org/officeDocument/2006/relationships/image" Target="../media/image35.pn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4.xml"/><Relationship Id="rId5" Type="http://schemas.openxmlformats.org/officeDocument/2006/relationships/image" Target="../media/image35.png"/><Relationship Id="rId4" Type="http://schemas.openxmlformats.org/officeDocument/2006/relationships/image" Target="../media/image6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35.png"/><Relationship Id="rId7" Type="http://schemas.openxmlformats.org/officeDocument/2006/relationships/image" Target="../media/image5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57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9" Type="http://schemas.openxmlformats.org/officeDocument/2006/relationships/image" Target="../media/image70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4.xml"/><Relationship Id="rId4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4200" y="3012354"/>
            <a:ext cx="5577840" cy="1231106"/>
          </a:xfrm>
        </p:spPr>
        <p:txBody>
          <a:bodyPr/>
          <a:lstStyle/>
          <a:p>
            <a:r>
              <a:rPr lang="en-US" sz="4000" dirty="0">
                <a:ea typeface="+mj-lt"/>
                <a:cs typeface="+mj-lt"/>
              </a:rPr>
              <a:t>Semantic Kernel Workshop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584200" y="4672083"/>
            <a:ext cx="5577840" cy="276999"/>
          </a:xfrm>
        </p:spPr>
        <p:txBody>
          <a:bodyPr/>
          <a:lstStyle/>
          <a:p>
            <a:r>
              <a:rPr lang="ko-KR" altLang="en-US" dirty="0"/>
              <a:t>윤금재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98445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1134E4-B262-0D1F-2787-7C233358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50414"/>
            <a:ext cx="3182027" cy="553998"/>
          </a:xfrm>
        </p:spPr>
        <p:txBody>
          <a:bodyPr/>
          <a:lstStyle/>
          <a:p>
            <a:r>
              <a:rPr lang="ko-KR" altLang="en-US" dirty="0"/>
              <a:t>실습목표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B020C5D-9515-BD39-42E0-93452AB61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14962"/>
            <a:ext cx="6667500" cy="1024896"/>
          </a:xfrm>
        </p:spPr>
        <p:txBody>
          <a:bodyPr/>
          <a:lstStyle/>
          <a:p>
            <a:r>
              <a:rPr lang="ko-KR" altLang="en-US" dirty="0"/>
              <a:t>다양한 </a:t>
            </a:r>
            <a:r>
              <a:rPr lang="en-US" dirty="0"/>
              <a:t>LLM</a:t>
            </a:r>
            <a:r>
              <a:rPr lang="ko-KR" altLang="en-US" dirty="0"/>
              <a:t>을 연결할 수 있다</a:t>
            </a:r>
            <a:endParaRPr lang="en-US" altLang="ko-KR" dirty="0"/>
          </a:p>
          <a:p>
            <a:r>
              <a:rPr lang="ko-KR" altLang="en-US" dirty="0"/>
              <a:t>간단한 콘솔 앱을 개발할 수 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9683776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D3C7-CA3A-6C3D-DECC-20B748695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2DC660-307E-1315-A6FC-7FDA72C0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Kernel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4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0CB0B8-13D3-885E-D7F7-6185149EBAF8}"/>
              </a:ext>
            </a:extLst>
          </p:cNvPr>
          <p:cNvGrpSpPr/>
          <p:nvPr/>
        </p:nvGrpSpPr>
        <p:grpSpPr>
          <a:xfrm>
            <a:off x="722255" y="997592"/>
            <a:ext cx="10747490" cy="4862816"/>
            <a:chOff x="580360" y="730724"/>
            <a:chExt cx="10747490" cy="4862816"/>
          </a:xfrm>
        </p:grpSpPr>
        <p:sp>
          <p:nvSpPr>
            <p:cNvPr id="3" name="Title 2">
              <a:extLst>
                <a:ext uri="{FF2B5EF4-FFF2-40B4-BE49-F238E27FC236}">
                  <a16:creationId xmlns:a16="http://schemas.microsoft.com/office/drawing/2014/main" id="{61F4DC07-4ECD-9B20-C28D-C88663EFC7DD}"/>
                </a:ext>
              </a:extLst>
            </p:cNvPr>
            <p:cNvSpPr txBox="1">
              <a:spLocks/>
            </p:cNvSpPr>
            <p:nvPr/>
          </p:nvSpPr>
          <p:spPr>
            <a:xfrm>
              <a:off x="580360" y="1813172"/>
              <a:ext cx="4855389" cy="3323987"/>
            </a:xfrm>
            <a:prstGeom prst="rect">
              <a:avLst/>
            </a:prstGeom>
            <a:noFill/>
            <a:ln>
              <a:noFill/>
              <a:prstDash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3364871">
                <a:lnSpc>
                  <a:spcPct val="100000"/>
                </a:lnSpc>
                <a:spcBef>
                  <a:spcPts val="0"/>
                </a:spcBef>
                <a:defRPr/>
              </a:pPr>
              <a:r>
                <a:rPr lang="en-US" sz="3600" dirty="0">
                  <a:solidFill>
                    <a:srgbClr val="FFB9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Semantic Kernel</a:t>
              </a:r>
              <a:r>
                <a:rPr lang="en-US" sz="3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sz="3600" b="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is </a:t>
              </a:r>
              <a:r>
                <a:rPr lang="en-US" sz="36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lightweight</a:t>
              </a:r>
              <a:r>
                <a:rPr lang="en-US" sz="3600" b="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sz="3600" dirty="0">
                  <a:solidFill>
                    <a:srgbClr val="92D05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open-source</a:t>
              </a:r>
              <a:r>
                <a:rPr lang="en-US" sz="3600" b="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orchestration</a:t>
              </a:r>
              <a:r>
                <a:rPr lang="en-US" sz="3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sz="3600" dirty="0">
                  <a:solidFill>
                    <a:srgbClr val="FFC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middleware</a:t>
              </a:r>
              <a:r>
                <a:rPr lang="en-US" sz="3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sz="3600" b="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that lets you easily add AI to your apps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D1762C9-4300-2CDD-8698-DC03455F0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93137" y="2937051"/>
              <a:ext cx="1206148" cy="1192834"/>
            </a:xfrm>
            <a:prstGeom prst="rect">
              <a:avLst/>
            </a:prstGeom>
            <a:ln>
              <a:noFill/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545F66D-0A10-CDE2-0E65-02B9A6243C5A}"/>
                </a:ext>
              </a:extLst>
            </p:cNvPr>
            <p:cNvSpPr txBox="1"/>
            <p:nvPr/>
          </p:nvSpPr>
          <p:spPr>
            <a:xfrm>
              <a:off x="7963128" y="730724"/>
              <a:ext cx="146616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kumimoji="0" lang="en-US" sz="280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Python</a:t>
              </a:r>
              <a:endParaRPr 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B244854-7D45-78F0-6EF3-6B7D20F7CF01}"/>
                </a:ext>
              </a:extLst>
            </p:cNvPr>
            <p:cNvSpPr txBox="1"/>
            <p:nvPr/>
          </p:nvSpPr>
          <p:spPr>
            <a:xfrm>
              <a:off x="10359126" y="4802053"/>
              <a:ext cx="968724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28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.NET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5C0E23A-B349-368B-B229-4975E50B25EA}"/>
                </a:ext>
              </a:extLst>
            </p:cNvPr>
            <p:cNvSpPr txBox="1"/>
            <p:nvPr/>
          </p:nvSpPr>
          <p:spPr>
            <a:xfrm>
              <a:off x="6096000" y="4802053"/>
              <a:ext cx="92813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kumimoji="0" lang="en-US" sz="280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Java</a:t>
              </a:r>
              <a:endParaRPr lang="en-US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5828D04-3FB6-DDFB-9058-945047C69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642488" y="1478740"/>
              <a:ext cx="2065020" cy="41148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B17A7B6-6992-72F9-146D-357605F87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7562601" y="1475667"/>
              <a:ext cx="2225040" cy="41148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CCEF94C-1729-B9CA-FB14-D0552E14E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2700000">
              <a:off x="7587094" y="1434589"/>
              <a:ext cx="2225040" cy="41148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3405847-F386-C9FF-BFAE-3963BF58C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8900000">
              <a:off x="7587094" y="1434589"/>
              <a:ext cx="2225040" cy="41148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4C19291-A382-5D27-ABD7-FD942C079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66511" y="4584884"/>
              <a:ext cx="544868" cy="5448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ED390ED-4A9C-C3D2-72F7-B89A11072C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05206" y="4587330"/>
              <a:ext cx="552266" cy="5448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30F4A78-36D3-FA86-BC3F-5D3665E2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98061" y="1178676"/>
              <a:ext cx="554393" cy="552266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8706170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3060D-7845-4A80-9F04-FA576CC9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39BE4B-FCEF-5088-83C9-191B4FA21853}"/>
              </a:ext>
            </a:extLst>
          </p:cNvPr>
          <p:cNvSpPr txBox="1"/>
          <p:nvPr/>
        </p:nvSpPr>
        <p:spPr>
          <a:xfrm>
            <a:off x="4285119" y="673066"/>
            <a:ext cx="3629776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KR" sz="4400" dirty="0"/>
              <a:t>Orchestration?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C59837C-E9F1-E5E3-CF22-18C16CFB7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0529" y="2875309"/>
            <a:ext cx="2670941" cy="2670941"/>
          </a:xfrm>
          <a:prstGeom prst="rect">
            <a:avLst/>
          </a:prstGeom>
        </p:spPr>
      </p:pic>
      <p:pic>
        <p:nvPicPr>
          <p:cNvPr id="12" name="Graphic 11" descr="Piano with solid fill">
            <a:extLst>
              <a:ext uri="{FF2B5EF4-FFF2-40B4-BE49-F238E27FC236}">
                <a16:creationId xmlns:a16="http://schemas.microsoft.com/office/drawing/2014/main" id="{84C70991-5120-2E2F-0E5F-CCC3F365C8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51647" y="2402864"/>
            <a:ext cx="1807917" cy="1807917"/>
          </a:xfrm>
          <a:prstGeom prst="rect">
            <a:avLst/>
          </a:prstGeom>
        </p:spPr>
      </p:pic>
      <p:pic>
        <p:nvPicPr>
          <p:cNvPr id="14" name="Graphic 13" descr="Guitar with solid fill">
            <a:extLst>
              <a:ext uri="{FF2B5EF4-FFF2-40B4-BE49-F238E27FC236}">
                <a16:creationId xmlns:a16="http://schemas.microsoft.com/office/drawing/2014/main" id="{D5C87658-30AE-E143-5CED-ACFBA92A4B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32436" y="2402863"/>
            <a:ext cx="1807917" cy="1807917"/>
          </a:xfrm>
          <a:prstGeom prst="rect">
            <a:avLst/>
          </a:prstGeom>
        </p:spPr>
      </p:pic>
      <p:pic>
        <p:nvPicPr>
          <p:cNvPr id="8" name="Graphic 7" descr="Violin with solid fill">
            <a:extLst>
              <a:ext uri="{FF2B5EF4-FFF2-40B4-BE49-F238E27FC236}">
                <a16:creationId xmlns:a16="http://schemas.microsoft.com/office/drawing/2014/main" id="{30B5E4EB-D2BD-BB9E-409F-CA44442DDE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51647" y="4359512"/>
            <a:ext cx="1807917" cy="1807917"/>
          </a:xfrm>
          <a:prstGeom prst="rect">
            <a:avLst/>
          </a:prstGeom>
        </p:spPr>
      </p:pic>
      <p:pic>
        <p:nvPicPr>
          <p:cNvPr id="15" name="Graphic 14" descr="Islamic Drum with solid fill">
            <a:extLst>
              <a:ext uri="{FF2B5EF4-FFF2-40B4-BE49-F238E27FC236}">
                <a16:creationId xmlns:a16="http://schemas.microsoft.com/office/drawing/2014/main" id="{A528513E-3E0C-1955-5818-28DB4457DCE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32435" y="4210780"/>
            <a:ext cx="1958316" cy="195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08544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4BC45-8FD4-FDBB-33E5-80CA0AF67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653C6-8780-E82C-49D7-DE7C279A4505}"/>
              </a:ext>
            </a:extLst>
          </p:cNvPr>
          <p:cNvSpPr txBox="1"/>
          <p:nvPr/>
        </p:nvSpPr>
        <p:spPr>
          <a:xfrm>
            <a:off x="4285119" y="673066"/>
            <a:ext cx="3629776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KR" sz="4400" dirty="0"/>
              <a:t>Orchestration?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C3204-1E9B-7365-820F-F5D39FF67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045" y="3282190"/>
            <a:ext cx="1877907" cy="1857178"/>
          </a:xfrm>
          <a:prstGeom prst="rect">
            <a:avLst/>
          </a:prstGeom>
          <a:ln>
            <a:noFill/>
          </a:ln>
        </p:spPr>
      </p:pic>
      <p:pic>
        <p:nvPicPr>
          <p:cNvPr id="10" name="Graphic 9" descr="Male profile with solid fill">
            <a:extLst>
              <a:ext uri="{FF2B5EF4-FFF2-40B4-BE49-F238E27FC236}">
                <a16:creationId xmlns:a16="http://schemas.microsoft.com/office/drawing/2014/main" id="{206107A2-7861-A729-2EE3-0EDDCFB323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1659" y="2231005"/>
            <a:ext cx="1977901" cy="197790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EEEF28D-E601-B1A3-7110-9B30996DA1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82206" y="3313035"/>
            <a:ext cx="576805" cy="576805"/>
          </a:xfrm>
          <a:prstGeom prst="rect">
            <a:avLst/>
          </a:prstGeom>
        </p:spPr>
      </p:pic>
      <p:pic>
        <p:nvPicPr>
          <p:cNvPr id="15" name="Graphic 14" descr="Male profile with solid fill">
            <a:extLst>
              <a:ext uri="{FF2B5EF4-FFF2-40B4-BE49-F238E27FC236}">
                <a16:creationId xmlns:a16="http://schemas.microsoft.com/office/drawing/2014/main" id="{1ED11C3A-3880-AA8E-52B1-D5E6D5B68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1659" y="4044021"/>
            <a:ext cx="1977901" cy="1977901"/>
          </a:xfrm>
          <a:prstGeom prst="rect">
            <a:avLst/>
          </a:prstGeom>
        </p:spPr>
      </p:pic>
      <p:pic>
        <p:nvPicPr>
          <p:cNvPr id="16" name="Graphic 15" descr="Male profile with solid fill">
            <a:extLst>
              <a:ext uri="{FF2B5EF4-FFF2-40B4-BE49-F238E27FC236}">
                <a16:creationId xmlns:a16="http://schemas.microsoft.com/office/drawing/2014/main" id="{B0AC41C7-F72D-3C0B-F80B-042C18865A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2440" y="2230069"/>
            <a:ext cx="1977901" cy="197790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ECB7603-91B6-C8E7-472C-8045A74557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82205" y="5139368"/>
            <a:ext cx="576806" cy="57680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F1751C5-B1AE-2201-04D4-7EE4B71212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32987" y="3301224"/>
            <a:ext cx="576806" cy="576806"/>
          </a:xfrm>
          <a:prstGeom prst="rect">
            <a:avLst/>
          </a:prstGeom>
        </p:spPr>
      </p:pic>
      <p:pic>
        <p:nvPicPr>
          <p:cNvPr id="19" name="Graphic 18" descr="Male profile with solid fill">
            <a:extLst>
              <a:ext uri="{FF2B5EF4-FFF2-40B4-BE49-F238E27FC236}">
                <a16:creationId xmlns:a16="http://schemas.microsoft.com/office/drawing/2014/main" id="{43638589-B493-7418-AEF2-FAA2C5427C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2437" y="4041042"/>
            <a:ext cx="1977901" cy="197790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A623C5E-D1FD-34F3-9A02-2F86FDB6E6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32987" y="5138529"/>
            <a:ext cx="577645" cy="57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9860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E000B-D513-280D-0009-172A57DB7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293940-F07C-6B03-8114-BF7739B0C08D}"/>
              </a:ext>
            </a:extLst>
          </p:cNvPr>
          <p:cNvSpPr txBox="1"/>
          <p:nvPr/>
        </p:nvSpPr>
        <p:spPr>
          <a:xfrm>
            <a:off x="4285119" y="673066"/>
            <a:ext cx="3629776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KR" sz="4400" dirty="0"/>
              <a:t>Orchestration?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5EF2EF-068F-6F82-CCF1-BCFB3936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7045" y="3282190"/>
            <a:ext cx="1877907" cy="1857178"/>
          </a:xfrm>
          <a:prstGeom prst="rect">
            <a:avLst/>
          </a:prstGeom>
          <a:ln>
            <a:noFill/>
          </a:ln>
        </p:spPr>
      </p:pic>
      <p:pic>
        <p:nvPicPr>
          <p:cNvPr id="10" name="Graphic 9" descr="Male profile with solid fill">
            <a:extLst>
              <a:ext uri="{FF2B5EF4-FFF2-40B4-BE49-F238E27FC236}">
                <a16:creationId xmlns:a16="http://schemas.microsoft.com/office/drawing/2014/main" id="{8AE0278E-5A90-B7DA-78A1-20B9DF3AC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1659" y="2231005"/>
            <a:ext cx="1977901" cy="197790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F112568-35FE-DEE4-47F0-AF37DC2239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82206" y="3313035"/>
            <a:ext cx="576805" cy="576805"/>
          </a:xfrm>
          <a:prstGeom prst="rect">
            <a:avLst/>
          </a:prstGeom>
        </p:spPr>
      </p:pic>
      <p:pic>
        <p:nvPicPr>
          <p:cNvPr id="15" name="Graphic 14" descr="Male profile with solid fill">
            <a:extLst>
              <a:ext uri="{FF2B5EF4-FFF2-40B4-BE49-F238E27FC236}">
                <a16:creationId xmlns:a16="http://schemas.microsoft.com/office/drawing/2014/main" id="{7214FA99-DD40-50E2-22E8-15D4A0E43F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1659" y="4044021"/>
            <a:ext cx="1977901" cy="1977901"/>
          </a:xfrm>
          <a:prstGeom prst="rect">
            <a:avLst/>
          </a:prstGeom>
        </p:spPr>
      </p:pic>
      <p:pic>
        <p:nvPicPr>
          <p:cNvPr id="16" name="Graphic 15" descr="Male profile with solid fill">
            <a:extLst>
              <a:ext uri="{FF2B5EF4-FFF2-40B4-BE49-F238E27FC236}">
                <a16:creationId xmlns:a16="http://schemas.microsoft.com/office/drawing/2014/main" id="{C5F3D245-C6AE-31EA-BE3F-B54E377C9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2440" y="2230069"/>
            <a:ext cx="1977901" cy="197790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CF39ECE-C54F-5D06-B7B7-A6149B9D9F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82205" y="5139368"/>
            <a:ext cx="576806" cy="57680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3883B74-D098-D13C-34F1-24CD86F70A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32987" y="3301224"/>
            <a:ext cx="576806" cy="576806"/>
          </a:xfrm>
          <a:prstGeom prst="rect">
            <a:avLst/>
          </a:prstGeom>
        </p:spPr>
      </p:pic>
      <p:pic>
        <p:nvPicPr>
          <p:cNvPr id="19" name="Graphic 18" descr="Male profile with solid fill">
            <a:extLst>
              <a:ext uri="{FF2B5EF4-FFF2-40B4-BE49-F238E27FC236}">
                <a16:creationId xmlns:a16="http://schemas.microsoft.com/office/drawing/2014/main" id="{8C1F5C37-5F46-4B50-7D0A-B746FF883B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2437" y="4041042"/>
            <a:ext cx="1977901" cy="197790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4AD64AC-988B-C175-D1C8-C9E3E422E0E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32987" y="5138529"/>
            <a:ext cx="577645" cy="577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CE58A7-8EC8-2DD6-EF19-53BD12F55420}"/>
              </a:ext>
            </a:extLst>
          </p:cNvPr>
          <p:cNvSpPr txBox="1"/>
          <p:nvPr/>
        </p:nvSpPr>
        <p:spPr>
          <a:xfrm>
            <a:off x="1988806" y="2095086"/>
            <a:ext cx="213359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2000" dirty="0"/>
              <a:t>“</a:t>
            </a:r>
            <a:r>
              <a:rPr lang="ko-KR" altLang="en-US" sz="2000" dirty="0"/>
              <a:t>유튜브 영상 요약</a:t>
            </a:r>
            <a:r>
              <a:rPr lang="en-US" altLang="ko-KR" sz="2000" dirty="0"/>
              <a:t>”</a:t>
            </a:r>
            <a:endParaRPr lang="en-KR" sz="2000" dirty="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8FCFFD-BA15-7641-8A68-C35849245418}"/>
              </a:ext>
            </a:extLst>
          </p:cNvPr>
          <p:cNvSpPr txBox="1"/>
          <p:nvPr/>
        </p:nvSpPr>
        <p:spPr>
          <a:xfrm>
            <a:off x="7780254" y="2095085"/>
            <a:ext cx="271228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2000" dirty="0"/>
              <a:t>“</a:t>
            </a:r>
            <a:r>
              <a:rPr lang="ko-KR" altLang="en-US" sz="2000" dirty="0"/>
              <a:t>요약 내용 한글로 번역</a:t>
            </a:r>
            <a:r>
              <a:rPr lang="en-US" altLang="ko-KR" sz="2000" dirty="0"/>
              <a:t>”</a:t>
            </a:r>
            <a:endParaRPr lang="en-KR" sz="2000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6A5AE4-0C69-DDE4-9D64-E2DD12C30199}"/>
              </a:ext>
            </a:extLst>
          </p:cNvPr>
          <p:cNvSpPr txBox="1"/>
          <p:nvPr/>
        </p:nvSpPr>
        <p:spPr>
          <a:xfrm>
            <a:off x="1699463" y="6218109"/>
            <a:ext cx="271228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2000" dirty="0"/>
              <a:t>“</a:t>
            </a:r>
            <a:r>
              <a:rPr lang="ko-KR" altLang="en-US" sz="2000" dirty="0"/>
              <a:t>문서에 해당 내용 추가</a:t>
            </a:r>
            <a:r>
              <a:rPr lang="en-US" altLang="ko-KR" sz="2000" dirty="0"/>
              <a:t>”</a:t>
            </a:r>
            <a:endParaRPr lang="en-KR" sz="2000" dirty="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31E3B8-8E89-8975-B1A1-8C007872BF58}"/>
              </a:ext>
            </a:extLst>
          </p:cNvPr>
          <p:cNvSpPr txBox="1"/>
          <p:nvPr/>
        </p:nvSpPr>
        <p:spPr>
          <a:xfrm>
            <a:off x="8072000" y="6218108"/>
            <a:ext cx="212878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ko-KR" sz="2000" dirty="0"/>
              <a:t>“</a:t>
            </a:r>
            <a:r>
              <a:rPr lang="ko-KR" altLang="en-US" sz="2000" dirty="0"/>
              <a:t>앞뒤 문맥 다듬기</a:t>
            </a:r>
            <a:r>
              <a:rPr lang="en-US" altLang="ko-KR" sz="2000" dirty="0"/>
              <a:t>”</a:t>
            </a:r>
            <a:endParaRPr lang="en-KR" sz="2000" dirty="0" err="1"/>
          </a:p>
        </p:txBody>
      </p:sp>
    </p:spTree>
    <p:extLst>
      <p:ext uri="{BB962C8B-B14F-4D97-AF65-F5344CB8AC3E}">
        <p14:creationId xmlns:p14="http://schemas.microsoft.com/office/powerpoint/2010/main" val="228730357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04609-9C64-5414-2A85-DB8435259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DB75AEC8-0E5F-4391-51A6-1168E4D8C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4574" y="1927444"/>
            <a:ext cx="3003110" cy="300311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A7265EF-5B8E-3662-93F9-1EF6567C8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4316" y="2500410"/>
            <a:ext cx="1877907" cy="1857178"/>
          </a:xfrm>
          <a:prstGeom prst="rect">
            <a:avLst/>
          </a:prstGeom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A14FC13-D47C-04F1-17F1-7E54A830A10D}"/>
              </a:ext>
            </a:extLst>
          </p:cNvPr>
          <p:cNvSpPr txBox="1"/>
          <p:nvPr/>
        </p:nvSpPr>
        <p:spPr>
          <a:xfrm>
            <a:off x="2199002" y="4438111"/>
            <a:ext cx="1904367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3200" dirty="0" err="1"/>
              <a:t>LangChain</a:t>
            </a:r>
            <a:endParaRPr lang="en-KR" sz="3200" dirty="0" err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369A4B-1748-995B-1101-265E36E844B0}"/>
              </a:ext>
            </a:extLst>
          </p:cNvPr>
          <p:cNvSpPr txBox="1"/>
          <p:nvPr/>
        </p:nvSpPr>
        <p:spPr>
          <a:xfrm>
            <a:off x="5453420" y="2751891"/>
            <a:ext cx="1285160" cy="135421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KR" sz="8800" dirty="0"/>
              <a:t>VS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3DA3F3-7E09-920E-5D79-3303A98CC934}"/>
              </a:ext>
            </a:extLst>
          </p:cNvPr>
          <p:cNvSpPr txBox="1"/>
          <p:nvPr/>
        </p:nvSpPr>
        <p:spPr>
          <a:xfrm>
            <a:off x="7088164" y="4438110"/>
            <a:ext cx="2904834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3200" dirty="0"/>
              <a:t>Semantic Kernel</a:t>
            </a:r>
            <a:endParaRPr lang="en-KR" sz="3200" dirty="0" err="1"/>
          </a:p>
        </p:txBody>
      </p:sp>
    </p:spTree>
    <p:extLst>
      <p:ext uri="{BB962C8B-B14F-4D97-AF65-F5344CB8AC3E}">
        <p14:creationId xmlns:p14="http://schemas.microsoft.com/office/powerpoint/2010/main" val="99747536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AD772B7-FD68-A7DE-44FA-E35EDDE1AA0D}"/>
              </a:ext>
            </a:extLst>
          </p:cNvPr>
          <p:cNvGrpSpPr/>
          <p:nvPr/>
        </p:nvGrpSpPr>
        <p:grpSpPr>
          <a:xfrm>
            <a:off x="450455" y="1389857"/>
            <a:ext cx="11291090" cy="4078287"/>
            <a:chOff x="450455" y="1675654"/>
            <a:chExt cx="11291090" cy="407828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1461092-F061-1BE3-31BA-5F24894C9B0B}"/>
                </a:ext>
              </a:extLst>
            </p:cNvPr>
            <p:cNvGrpSpPr/>
            <p:nvPr/>
          </p:nvGrpSpPr>
          <p:grpSpPr>
            <a:xfrm>
              <a:off x="450455" y="1675654"/>
              <a:ext cx="3481200" cy="4078287"/>
              <a:chOff x="928912" y="1679489"/>
              <a:chExt cx="3481200" cy="407828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5FB82604-3E80-7CCB-58A6-F80EB96876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928912" y="1679489"/>
                <a:ext cx="3481200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23" name="Rounded Rectangle 9">
                  <a:extLst>
                    <a:ext uri="{FF2B5EF4-FFF2-40B4-BE49-F238E27FC236}">
                      <a16:creationId xmlns:a16="http://schemas.microsoft.com/office/drawing/2014/main" id="{444DD046-6AA1-6559-DEEE-5FC8CDB5C4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2834063" cy="3534370"/>
                </a:xfrm>
                <a:prstGeom prst="roundRect">
                  <a:avLst>
                    <a:gd name="adj" fmla="val 6660"/>
                  </a:avLst>
                </a:prstGeom>
                <a:solidFill>
                  <a:srgbClr val="091F2C">
                    <a:alpha val="97000"/>
                  </a:srgbClr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  <p:pic>
              <p:nvPicPr>
                <p:cNvPr id="24" name="Picture 52" descr="Dark pattern: Plus dots">
                  <a:extLst>
                    <a:ext uri="{FF2B5EF4-FFF2-40B4-BE49-F238E27FC236}">
                      <a16:creationId xmlns:a16="http://schemas.microsoft.com/office/drawing/2014/main" id="{33FBE9BB-6F05-1D06-9C50-F2D3A2EB5495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25" name="Rounded Rectangle 9">
                  <a:extLst>
                    <a:ext uri="{FF2B5EF4-FFF2-40B4-BE49-F238E27FC236}">
                      <a16:creationId xmlns:a16="http://schemas.microsoft.com/office/drawing/2014/main" id="{9FB32BFE-54D1-E24E-F8F4-3D1677C756D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22657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>
                      <a:lumMod val="65000"/>
                    </a:schemeClr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20" name="Rectangle 19" descr="Enterprise Ready&#10;">
                <a:extLst>
                  <a:ext uri="{FF2B5EF4-FFF2-40B4-BE49-F238E27FC236}">
                    <a16:creationId xmlns:a16="http://schemas.microsoft.com/office/drawing/2014/main" id="{492EB94B-72A6-C8BE-6691-0AC0B860FBD1}"/>
                  </a:ext>
                </a:extLst>
              </p:cNvPr>
              <p:cNvSpPr/>
              <p:nvPr/>
            </p:nvSpPr>
            <p:spPr>
              <a:xfrm>
                <a:off x="1369793" y="3568028"/>
                <a:ext cx="2599439" cy="36933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4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기업용 앱 개발 친화적</a:t>
                </a:r>
                <a:endParaRPr lang="en-US" sz="2400" b="1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1" name="Rectangle 20" descr="All kernels and packages are 1.0&#10;">
                <a:extLst>
                  <a:ext uri="{FF2B5EF4-FFF2-40B4-BE49-F238E27FC236}">
                    <a16:creationId xmlns:a16="http://schemas.microsoft.com/office/drawing/2014/main" id="{13591C85-825D-7F56-13C0-3DF86ACE83CF}"/>
                  </a:ext>
                </a:extLst>
              </p:cNvPr>
              <p:cNvSpPr/>
              <p:nvPr/>
            </p:nvSpPr>
            <p:spPr>
              <a:xfrm>
                <a:off x="1212958" y="4447294"/>
                <a:ext cx="2854861" cy="110799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기존 앱 개발 경험 유지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레거시 앱 통합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스케일링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보안</a:t>
                </a:r>
                <a:endParaRPr kumimoji="0" lang="en-US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09A1CB34-6BE9-3730-E433-F910ADFA32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1184" y="2067893"/>
                <a:ext cx="1296656" cy="1266290"/>
              </a:xfrm>
              <a:prstGeom prst="rect">
                <a:avLst/>
              </a:prstGeom>
            </p:spPr>
          </p:pic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8558031-72FF-D2D8-71C7-CE34ECFF921C}"/>
                </a:ext>
              </a:extLst>
            </p:cNvPr>
            <p:cNvGrpSpPr/>
            <p:nvPr/>
          </p:nvGrpSpPr>
          <p:grpSpPr>
            <a:xfrm>
              <a:off x="8260345" y="1675654"/>
              <a:ext cx="3481200" cy="4078287"/>
              <a:chOff x="8731470" y="1675654"/>
              <a:chExt cx="3481200" cy="407828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4B83092-39D6-3CD6-5DF8-B0E6EA32B5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731470" y="1675654"/>
                <a:ext cx="3481200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pic>
              <p:nvPicPr>
                <p:cNvPr id="17" name="Picture 52" descr="Dark pattern: Plus dots">
                  <a:extLst>
                    <a:ext uri="{FF2B5EF4-FFF2-40B4-BE49-F238E27FC236}">
                      <a16:creationId xmlns:a16="http://schemas.microsoft.com/office/drawing/2014/main" id="{0BC28EF9-CF3A-A92B-2E20-A5DFAE9408EB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18" name="Rounded Rectangle 9">
                  <a:extLst>
                    <a:ext uri="{FF2B5EF4-FFF2-40B4-BE49-F238E27FC236}">
                      <a16:creationId xmlns:a16="http://schemas.microsoft.com/office/drawing/2014/main" id="{7C2FF37A-2154-1D8E-813A-8DBF403CC6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22656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>
                      <a:lumMod val="65000"/>
                    </a:schemeClr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14" name="Rectangle 13" descr="Agent ready&#10;">
                <a:extLst>
                  <a:ext uri="{FF2B5EF4-FFF2-40B4-BE49-F238E27FC236}">
                    <a16:creationId xmlns:a16="http://schemas.microsoft.com/office/drawing/2014/main" id="{705C707B-D098-A677-2EBA-1F24E76EC974}"/>
                  </a:ext>
                </a:extLst>
              </p:cNvPr>
              <p:cNvSpPr/>
              <p:nvPr/>
            </p:nvSpPr>
            <p:spPr>
              <a:xfrm>
                <a:off x="9172350" y="3701860"/>
                <a:ext cx="2599439" cy="36933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4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멀티 에이전트</a:t>
                </a:r>
                <a:endParaRPr lang="en-US" sz="2400" b="1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15" name="Rectangle 14" descr="Productivity gains realized with AI Agents&#10;">
                <a:extLst>
                  <a:ext uri="{FF2B5EF4-FFF2-40B4-BE49-F238E27FC236}">
                    <a16:creationId xmlns:a16="http://schemas.microsoft.com/office/drawing/2014/main" id="{18DCEC4C-411D-8969-60F3-F0273C436897}"/>
                  </a:ext>
                </a:extLst>
              </p:cNvPr>
              <p:cNvSpPr/>
              <p:nvPr/>
            </p:nvSpPr>
            <p:spPr>
              <a:xfrm>
                <a:off x="9287891" y="4437959"/>
                <a:ext cx="2368355" cy="83099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다양한 페르소나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다양한 에이전트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에이전트 오케스트레이션</a:t>
                </a:r>
                <a:endParaRPr kumimoji="0" lang="en-US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2729EB2-89CD-3258-3B69-F82D5D5683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838470" y="2067893"/>
                <a:ext cx="1267200" cy="12672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FEECF6A-0143-E576-61FB-E55A40D63E89}"/>
                </a:ext>
              </a:extLst>
            </p:cNvPr>
            <p:cNvGrpSpPr/>
            <p:nvPr/>
          </p:nvGrpSpPr>
          <p:grpSpPr>
            <a:xfrm>
              <a:off x="4355551" y="1675654"/>
              <a:ext cx="3480897" cy="4078287"/>
              <a:chOff x="4373226" y="1679489"/>
              <a:chExt cx="3480897" cy="407828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081FB6D-D14F-4A29-3A5F-0D9CA13531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4373226" y="1679489"/>
                <a:ext cx="3480897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10" name="Rounded Rectangle 9">
                  <a:extLst>
                    <a:ext uri="{FF2B5EF4-FFF2-40B4-BE49-F238E27FC236}">
                      <a16:creationId xmlns:a16="http://schemas.microsoft.com/office/drawing/2014/main" id="{7D2156EE-674A-D3D8-AD0D-216E6DC290F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80897" cy="3534370"/>
                </a:xfrm>
                <a:prstGeom prst="roundRect">
                  <a:avLst>
                    <a:gd name="adj" fmla="val 6660"/>
                  </a:avLst>
                </a:prstGeom>
                <a:solidFill>
                  <a:srgbClr val="091F2C">
                    <a:alpha val="97000"/>
                  </a:srgbClr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  <p:pic>
              <p:nvPicPr>
                <p:cNvPr id="11" name="Picture 52" descr="Dark pattern: Plus dots">
                  <a:extLst>
                    <a:ext uri="{FF2B5EF4-FFF2-40B4-BE49-F238E27FC236}">
                      <a16:creationId xmlns:a16="http://schemas.microsoft.com/office/drawing/2014/main" id="{69B7BFF1-7BFB-D093-8E35-CAA5004CD59F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12" name="Rounded Rectangle 9">
                  <a:extLst>
                    <a:ext uri="{FF2B5EF4-FFF2-40B4-BE49-F238E27FC236}">
                      <a16:creationId xmlns:a16="http://schemas.microsoft.com/office/drawing/2014/main" id="{9380E5FC-A169-5260-113D-CB02637FC33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80897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7" name="Rectangle 6" descr="Plugins&#10;">
                <a:extLst>
                  <a:ext uri="{FF2B5EF4-FFF2-40B4-BE49-F238E27FC236}">
                    <a16:creationId xmlns:a16="http://schemas.microsoft.com/office/drawing/2014/main" id="{28C4B7B5-393C-FCAC-E7B4-532078D25B74}"/>
                  </a:ext>
                </a:extLst>
              </p:cNvPr>
              <p:cNvSpPr/>
              <p:nvPr/>
            </p:nvSpPr>
            <p:spPr>
              <a:xfrm>
                <a:off x="5070049" y="3705695"/>
                <a:ext cx="2087250" cy="36933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400" b="1" u="none" strike="noStrike" kern="1200" cap="none" normalizeH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Segoe UI Semibold"/>
                  </a:rPr>
                  <a:t>플러그인</a:t>
                </a:r>
                <a:endParaRPr kumimoji="0" lang="en-US" sz="2400" b="1" u="none" strike="noStrike" kern="1200" cap="none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Segoe UI Semibold"/>
                </a:endParaRPr>
              </a:p>
            </p:txBody>
          </p:sp>
          <p:sp>
            <p:nvSpPr>
              <p:cNvPr id="8" name="Rectangle 7" descr="Using the APIs that your teams already managed with AI to get data and complete tasks.&#10;&#10;">
                <a:extLst>
                  <a:ext uri="{FF2B5EF4-FFF2-40B4-BE49-F238E27FC236}">
                    <a16:creationId xmlns:a16="http://schemas.microsoft.com/office/drawing/2014/main" id="{DD2B6084-B814-0B07-2E11-46C427F5E3F1}"/>
                  </a:ext>
                </a:extLst>
              </p:cNvPr>
              <p:cNvSpPr/>
              <p:nvPr/>
            </p:nvSpPr>
            <p:spPr>
              <a:xfrm>
                <a:off x="4816334" y="4447294"/>
                <a:ext cx="2594680" cy="83099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기존의 </a:t>
                </a:r>
                <a:r>
                  <a:rPr lang="en-US" altLang="ko-KR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</a:t>
                </a: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등에 연결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프롬프트 플러그인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네이티브 코드 플러그인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1623CB6-F1FD-DC7B-34E8-762A805CBC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80074" y="2067893"/>
                <a:ext cx="1267200" cy="12672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48029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0611E-6433-A8F1-D73F-5F52D649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286AF51-F5D0-596C-07CA-D1A0F7BFB33E}"/>
              </a:ext>
            </a:extLst>
          </p:cNvPr>
          <p:cNvGrpSpPr/>
          <p:nvPr/>
        </p:nvGrpSpPr>
        <p:grpSpPr>
          <a:xfrm>
            <a:off x="450455" y="1389857"/>
            <a:ext cx="11291090" cy="4078287"/>
            <a:chOff x="450455" y="1675654"/>
            <a:chExt cx="11291090" cy="407828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BCF88F1-D1C1-E885-FD3D-0C1636D8D521}"/>
                </a:ext>
              </a:extLst>
            </p:cNvPr>
            <p:cNvGrpSpPr/>
            <p:nvPr/>
          </p:nvGrpSpPr>
          <p:grpSpPr>
            <a:xfrm>
              <a:off x="450455" y="1675654"/>
              <a:ext cx="3481200" cy="4078287"/>
              <a:chOff x="928912" y="1679489"/>
              <a:chExt cx="3481200" cy="407828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AC4EA50-CF43-7FC5-6F0C-5FBA16596F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928912" y="1679489"/>
                <a:ext cx="3481200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23" name="Rounded Rectangle 9">
                  <a:extLst>
                    <a:ext uri="{FF2B5EF4-FFF2-40B4-BE49-F238E27FC236}">
                      <a16:creationId xmlns:a16="http://schemas.microsoft.com/office/drawing/2014/main" id="{815A58C5-5DFA-08BB-CC53-EB03D4D696F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2834063" cy="3534370"/>
                </a:xfrm>
                <a:prstGeom prst="roundRect">
                  <a:avLst>
                    <a:gd name="adj" fmla="val 6660"/>
                  </a:avLst>
                </a:prstGeom>
                <a:solidFill>
                  <a:srgbClr val="091F2C">
                    <a:alpha val="97000"/>
                  </a:srgbClr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  <p:pic>
              <p:nvPicPr>
                <p:cNvPr id="24" name="Picture 52" descr="Dark pattern: Plus dots">
                  <a:extLst>
                    <a:ext uri="{FF2B5EF4-FFF2-40B4-BE49-F238E27FC236}">
                      <a16:creationId xmlns:a16="http://schemas.microsoft.com/office/drawing/2014/main" id="{AE764A96-AD48-9CF7-5DB1-ABE040DC50DA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25" name="Rounded Rectangle 9">
                  <a:extLst>
                    <a:ext uri="{FF2B5EF4-FFF2-40B4-BE49-F238E27FC236}">
                      <a16:creationId xmlns:a16="http://schemas.microsoft.com/office/drawing/2014/main" id="{F3992729-3D35-60C7-DF9C-7CFC919C19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22657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>
                      <a:lumMod val="65000"/>
                    </a:schemeClr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20" name="Rectangle 19" descr="Enterprise Ready&#10;">
                <a:extLst>
                  <a:ext uri="{FF2B5EF4-FFF2-40B4-BE49-F238E27FC236}">
                    <a16:creationId xmlns:a16="http://schemas.microsoft.com/office/drawing/2014/main" id="{D26CCBEE-4337-FC53-E0C7-924EA4E29AB3}"/>
                  </a:ext>
                </a:extLst>
              </p:cNvPr>
              <p:cNvSpPr/>
              <p:nvPr/>
            </p:nvSpPr>
            <p:spPr>
              <a:xfrm>
                <a:off x="1369793" y="3568028"/>
                <a:ext cx="2599439" cy="36933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4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기업용 앱 개발 친화적</a:t>
                </a:r>
                <a:endParaRPr lang="en-US" sz="2400" b="1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1" name="Rectangle 20" descr="All kernels and packages are 1.0&#10;">
                <a:extLst>
                  <a:ext uri="{FF2B5EF4-FFF2-40B4-BE49-F238E27FC236}">
                    <a16:creationId xmlns:a16="http://schemas.microsoft.com/office/drawing/2014/main" id="{1FA76E85-908E-1B2E-AE02-02606FDDE7E0}"/>
                  </a:ext>
                </a:extLst>
              </p:cNvPr>
              <p:cNvSpPr/>
              <p:nvPr/>
            </p:nvSpPr>
            <p:spPr>
              <a:xfrm>
                <a:off x="1212958" y="4447294"/>
                <a:ext cx="2854861" cy="110799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기존 앱 개발 경험 유지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레거시 앱 통합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스케일링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보안</a:t>
                </a:r>
                <a:endParaRPr kumimoji="0" lang="en-US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B9A02C15-F652-60CB-98B2-CA1B216625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1184" y="2067893"/>
                <a:ext cx="1296656" cy="1266290"/>
              </a:xfrm>
              <a:prstGeom prst="rect">
                <a:avLst/>
              </a:prstGeom>
            </p:spPr>
          </p:pic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EA5C635-F44E-6013-7275-3CB2662B4753}"/>
                </a:ext>
              </a:extLst>
            </p:cNvPr>
            <p:cNvGrpSpPr/>
            <p:nvPr/>
          </p:nvGrpSpPr>
          <p:grpSpPr>
            <a:xfrm>
              <a:off x="8260345" y="1675654"/>
              <a:ext cx="3481200" cy="4078287"/>
              <a:chOff x="8731470" y="1675654"/>
              <a:chExt cx="3481200" cy="407828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AD43746-2BBF-1F7E-8048-057879DCC2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731470" y="1675654"/>
                <a:ext cx="3481200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pic>
              <p:nvPicPr>
                <p:cNvPr id="17" name="Picture 52" descr="Dark pattern: Plus dots">
                  <a:extLst>
                    <a:ext uri="{FF2B5EF4-FFF2-40B4-BE49-F238E27FC236}">
                      <a16:creationId xmlns:a16="http://schemas.microsoft.com/office/drawing/2014/main" id="{363A13BE-9567-3876-9C5F-0F95679B1706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18" name="Rounded Rectangle 9">
                  <a:extLst>
                    <a:ext uri="{FF2B5EF4-FFF2-40B4-BE49-F238E27FC236}">
                      <a16:creationId xmlns:a16="http://schemas.microsoft.com/office/drawing/2014/main" id="{723FC2A2-6507-A06F-F61A-38F495F0D2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22656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>
                      <a:lumMod val="65000"/>
                    </a:schemeClr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14" name="Rectangle 13" descr="Agent ready&#10;">
                <a:extLst>
                  <a:ext uri="{FF2B5EF4-FFF2-40B4-BE49-F238E27FC236}">
                    <a16:creationId xmlns:a16="http://schemas.microsoft.com/office/drawing/2014/main" id="{0A31BF12-8AA7-4D8F-F34C-EE444F1E7434}"/>
                  </a:ext>
                </a:extLst>
              </p:cNvPr>
              <p:cNvSpPr/>
              <p:nvPr/>
            </p:nvSpPr>
            <p:spPr>
              <a:xfrm>
                <a:off x="9172350" y="3701860"/>
                <a:ext cx="2599439" cy="36933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4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멀티 에이전트</a:t>
                </a:r>
                <a:endParaRPr lang="en-US" sz="2400" b="1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15" name="Rectangle 14" descr="Productivity gains realized with AI Agents&#10;">
                <a:extLst>
                  <a:ext uri="{FF2B5EF4-FFF2-40B4-BE49-F238E27FC236}">
                    <a16:creationId xmlns:a16="http://schemas.microsoft.com/office/drawing/2014/main" id="{660DDD09-9442-0211-F716-00FF2CA04DB2}"/>
                  </a:ext>
                </a:extLst>
              </p:cNvPr>
              <p:cNvSpPr/>
              <p:nvPr/>
            </p:nvSpPr>
            <p:spPr>
              <a:xfrm>
                <a:off x="9287891" y="4437959"/>
                <a:ext cx="2368355" cy="83099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다양한 페르소나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다양한 에이전트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에이전트 오케스트레이션</a:t>
                </a:r>
                <a:endParaRPr kumimoji="0" lang="en-US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EF038A6-3C1B-9C88-D5B0-E1080548B9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838470" y="2067893"/>
                <a:ext cx="1267200" cy="12672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9FC2CA7-C59E-CA59-8942-5A2FBDC8A44A}"/>
                </a:ext>
              </a:extLst>
            </p:cNvPr>
            <p:cNvGrpSpPr/>
            <p:nvPr/>
          </p:nvGrpSpPr>
          <p:grpSpPr>
            <a:xfrm>
              <a:off x="4355551" y="1675654"/>
              <a:ext cx="3480897" cy="4078287"/>
              <a:chOff x="4373226" y="1679489"/>
              <a:chExt cx="3480897" cy="407828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E0C1021E-4C72-4F1A-96A2-2473AAE8AD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4373226" y="1679489"/>
                <a:ext cx="3480897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10" name="Rounded Rectangle 9">
                  <a:extLst>
                    <a:ext uri="{FF2B5EF4-FFF2-40B4-BE49-F238E27FC236}">
                      <a16:creationId xmlns:a16="http://schemas.microsoft.com/office/drawing/2014/main" id="{37D322CA-6588-10ED-0F03-769028140F4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80897" cy="3534370"/>
                </a:xfrm>
                <a:prstGeom prst="roundRect">
                  <a:avLst>
                    <a:gd name="adj" fmla="val 6660"/>
                  </a:avLst>
                </a:prstGeom>
                <a:solidFill>
                  <a:srgbClr val="091F2C">
                    <a:alpha val="97000"/>
                  </a:srgbClr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  <p:pic>
              <p:nvPicPr>
                <p:cNvPr id="11" name="Picture 52" descr="Dark pattern: Plus dots">
                  <a:extLst>
                    <a:ext uri="{FF2B5EF4-FFF2-40B4-BE49-F238E27FC236}">
                      <a16:creationId xmlns:a16="http://schemas.microsoft.com/office/drawing/2014/main" id="{D4A625D6-0EB4-D451-9438-5D6C86049B3A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12" name="Rounded Rectangle 9">
                  <a:extLst>
                    <a:ext uri="{FF2B5EF4-FFF2-40B4-BE49-F238E27FC236}">
                      <a16:creationId xmlns:a16="http://schemas.microsoft.com/office/drawing/2014/main" id="{84EE2FC7-EE6E-F68F-2682-97F1C3856CA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80897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7" name="Rectangle 6" descr="Plugins&#10;">
                <a:extLst>
                  <a:ext uri="{FF2B5EF4-FFF2-40B4-BE49-F238E27FC236}">
                    <a16:creationId xmlns:a16="http://schemas.microsoft.com/office/drawing/2014/main" id="{887DC1CC-BB72-8891-0F01-C4ACE515669E}"/>
                  </a:ext>
                </a:extLst>
              </p:cNvPr>
              <p:cNvSpPr/>
              <p:nvPr/>
            </p:nvSpPr>
            <p:spPr>
              <a:xfrm>
                <a:off x="5070049" y="3705695"/>
                <a:ext cx="2087250" cy="36933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400" b="1" u="none" strike="noStrike" kern="1200" cap="none" normalizeH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Segoe UI Semibold"/>
                  </a:rPr>
                  <a:t>플러그인</a:t>
                </a:r>
                <a:endParaRPr kumimoji="0" lang="en-US" sz="2400" b="1" u="none" strike="noStrike" kern="1200" cap="none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Segoe UI Semibold"/>
                </a:endParaRPr>
              </a:p>
            </p:txBody>
          </p:sp>
          <p:sp>
            <p:nvSpPr>
              <p:cNvPr id="8" name="Rectangle 7" descr="Using the APIs that your teams already managed with AI to get data and complete tasks.&#10;&#10;">
                <a:extLst>
                  <a:ext uri="{FF2B5EF4-FFF2-40B4-BE49-F238E27FC236}">
                    <a16:creationId xmlns:a16="http://schemas.microsoft.com/office/drawing/2014/main" id="{ECA2F071-D00D-2974-503E-6649BFC23479}"/>
                  </a:ext>
                </a:extLst>
              </p:cNvPr>
              <p:cNvSpPr/>
              <p:nvPr/>
            </p:nvSpPr>
            <p:spPr>
              <a:xfrm>
                <a:off x="4816334" y="4447294"/>
                <a:ext cx="2594680" cy="83099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기존의 </a:t>
                </a:r>
                <a:r>
                  <a:rPr lang="en-US" altLang="ko-KR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</a:t>
                </a: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등에 연결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프롬프트 플러그인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네이티브 코드 플러그인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20485A3-FA66-349E-8C46-D7D7A0F2F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80074" y="2067893"/>
                <a:ext cx="1267200" cy="1267200"/>
              </a:xfrm>
              <a:prstGeom prst="rect">
                <a:avLst/>
              </a:prstGeom>
            </p:spPr>
          </p:pic>
        </p:grp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543A45B3-4D11-6468-EF96-2CA04F4ED06A}"/>
              </a:ext>
            </a:extLst>
          </p:cNvPr>
          <p:cNvSpPr/>
          <p:nvPr/>
        </p:nvSpPr>
        <p:spPr bwMode="auto">
          <a:xfrm>
            <a:off x="4219460" y="1134736"/>
            <a:ext cx="7711807" cy="4704203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KR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89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5DFA5-40FA-7A8A-B676-06447A6F0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5789875-D8C5-D578-8E28-BFA5FDEDEA4A}"/>
              </a:ext>
            </a:extLst>
          </p:cNvPr>
          <p:cNvGrpSpPr/>
          <p:nvPr/>
        </p:nvGrpSpPr>
        <p:grpSpPr>
          <a:xfrm>
            <a:off x="450455" y="1389857"/>
            <a:ext cx="11291090" cy="4078287"/>
            <a:chOff x="450455" y="1675654"/>
            <a:chExt cx="11291090" cy="407828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C556C57-EA23-94DB-88C7-F24BE9299DFE}"/>
                </a:ext>
              </a:extLst>
            </p:cNvPr>
            <p:cNvGrpSpPr/>
            <p:nvPr/>
          </p:nvGrpSpPr>
          <p:grpSpPr>
            <a:xfrm>
              <a:off x="450455" y="1675654"/>
              <a:ext cx="3481200" cy="4078287"/>
              <a:chOff x="928912" y="1679489"/>
              <a:chExt cx="3481200" cy="407828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5AC2928-12D8-7D90-6998-4C2663B7D4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928912" y="1679489"/>
                <a:ext cx="3481200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23" name="Rounded Rectangle 9">
                  <a:extLst>
                    <a:ext uri="{FF2B5EF4-FFF2-40B4-BE49-F238E27FC236}">
                      <a16:creationId xmlns:a16="http://schemas.microsoft.com/office/drawing/2014/main" id="{B39091A3-A77D-54B4-8458-18B1262003F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2834063" cy="3534370"/>
                </a:xfrm>
                <a:prstGeom prst="roundRect">
                  <a:avLst>
                    <a:gd name="adj" fmla="val 6660"/>
                  </a:avLst>
                </a:prstGeom>
                <a:solidFill>
                  <a:srgbClr val="091F2C">
                    <a:alpha val="97000"/>
                  </a:srgbClr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  <p:pic>
              <p:nvPicPr>
                <p:cNvPr id="24" name="Picture 52" descr="Dark pattern: Plus dots">
                  <a:extLst>
                    <a:ext uri="{FF2B5EF4-FFF2-40B4-BE49-F238E27FC236}">
                      <a16:creationId xmlns:a16="http://schemas.microsoft.com/office/drawing/2014/main" id="{2B7B7037-A596-F134-F097-BE1548D2C8C5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25" name="Rounded Rectangle 9">
                  <a:extLst>
                    <a:ext uri="{FF2B5EF4-FFF2-40B4-BE49-F238E27FC236}">
                      <a16:creationId xmlns:a16="http://schemas.microsoft.com/office/drawing/2014/main" id="{F6FEC9D6-E7B2-B0FA-449E-C4ED7F2544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22657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>
                      <a:lumMod val="65000"/>
                    </a:schemeClr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20" name="Rectangle 19" descr="Enterprise Ready&#10;">
                <a:extLst>
                  <a:ext uri="{FF2B5EF4-FFF2-40B4-BE49-F238E27FC236}">
                    <a16:creationId xmlns:a16="http://schemas.microsoft.com/office/drawing/2014/main" id="{7DDCE362-DD41-7FD6-373C-AADA3EA593E0}"/>
                  </a:ext>
                </a:extLst>
              </p:cNvPr>
              <p:cNvSpPr/>
              <p:nvPr/>
            </p:nvSpPr>
            <p:spPr>
              <a:xfrm>
                <a:off x="1369793" y="3568028"/>
                <a:ext cx="2599439" cy="36933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4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기업용 앱 개발 친화적</a:t>
                </a:r>
                <a:endParaRPr lang="en-US" sz="2400" b="1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1" name="Rectangle 20" descr="All kernels and packages are 1.0&#10;">
                <a:extLst>
                  <a:ext uri="{FF2B5EF4-FFF2-40B4-BE49-F238E27FC236}">
                    <a16:creationId xmlns:a16="http://schemas.microsoft.com/office/drawing/2014/main" id="{D4A6B8EC-81F7-9ACC-9BBE-F40DE4BBEFB2}"/>
                  </a:ext>
                </a:extLst>
              </p:cNvPr>
              <p:cNvSpPr/>
              <p:nvPr/>
            </p:nvSpPr>
            <p:spPr>
              <a:xfrm>
                <a:off x="1212958" y="4447294"/>
                <a:ext cx="2854861" cy="110799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기존 앱 개발 경험 유지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레거시 앱 통합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스케일링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보안</a:t>
                </a:r>
                <a:endParaRPr kumimoji="0" lang="en-US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3EE56EE9-5B2A-81BF-F7CC-CC91E0BB7E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1184" y="2067893"/>
                <a:ext cx="1296656" cy="1266290"/>
              </a:xfrm>
              <a:prstGeom prst="rect">
                <a:avLst/>
              </a:prstGeom>
            </p:spPr>
          </p:pic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071ECC1-B396-D912-3982-AB6045C19AE2}"/>
                </a:ext>
              </a:extLst>
            </p:cNvPr>
            <p:cNvGrpSpPr/>
            <p:nvPr/>
          </p:nvGrpSpPr>
          <p:grpSpPr>
            <a:xfrm>
              <a:off x="8260345" y="1675654"/>
              <a:ext cx="3481200" cy="4078287"/>
              <a:chOff x="8731470" y="1675654"/>
              <a:chExt cx="3481200" cy="407828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90E65D9-8A81-0189-90DE-ABEEA27ED3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731470" y="1675654"/>
                <a:ext cx="3481200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pic>
              <p:nvPicPr>
                <p:cNvPr id="17" name="Picture 52" descr="Dark pattern: Plus dots">
                  <a:extLst>
                    <a:ext uri="{FF2B5EF4-FFF2-40B4-BE49-F238E27FC236}">
                      <a16:creationId xmlns:a16="http://schemas.microsoft.com/office/drawing/2014/main" id="{FD3872C1-6072-F9F1-2187-7EE8B485DA6E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18" name="Rounded Rectangle 9">
                  <a:extLst>
                    <a:ext uri="{FF2B5EF4-FFF2-40B4-BE49-F238E27FC236}">
                      <a16:creationId xmlns:a16="http://schemas.microsoft.com/office/drawing/2014/main" id="{E8FBC27F-7C30-0D70-CDFF-E586928BAB5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22656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>
                      <a:lumMod val="65000"/>
                    </a:schemeClr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14" name="Rectangle 13" descr="Agent ready&#10;">
                <a:extLst>
                  <a:ext uri="{FF2B5EF4-FFF2-40B4-BE49-F238E27FC236}">
                    <a16:creationId xmlns:a16="http://schemas.microsoft.com/office/drawing/2014/main" id="{D532044E-57C8-B59E-07B2-49079B13789E}"/>
                  </a:ext>
                </a:extLst>
              </p:cNvPr>
              <p:cNvSpPr/>
              <p:nvPr/>
            </p:nvSpPr>
            <p:spPr>
              <a:xfrm>
                <a:off x="9172350" y="3701860"/>
                <a:ext cx="2599439" cy="36933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4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멀티 에이전트</a:t>
                </a:r>
                <a:endParaRPr lang="en-US" sz="2400" b="1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15" name="Rectangle 14" descr="Productivity gains realized with AI Agents&#10;">
                <a:extLst>
                  <a:ext uri="{FF2B5EF4-FFF2-40B4-BE49-F238E27FC236}">
                    <a16:creationId xmlns:a16="http://schemas.microsoft.com/office/drawing/2014/main" id="{F69A39F2-3EE0-8F17-B24E-E9D28CC6C722}"/>
                  </a:ext>
                </a:extLst>
              </p:cNvPr>
              <p:cNvSpPr/>
              <p:nvPr/>
            </p:nvSpPr>
            <p:spPr>
              <a:xfrm>
                <a:off x="9287891" y="4437959"/>
                <a:ext cx="2368355" cy="83099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다양한 페르소나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다양한 에이전트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에이전트 오케스트레이션</a:t>
                </a:r>
                <a:endParaRPr kumimoji="0" lang="en-US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9402B26-1F14-BA22-DDAD-0229E78218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838470" y="2067893"/>
                <a:ext cx="1267200" cy="12672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0660978-B989-56CD-1745-CCA5D43A2AD3}"/>
                </a:ext>
              </a:extLst>
            </p:cNvPr>
            <p:cNvGrpSpPr/>
            <p:nvPr/>
          </p:nvGrpSpPr>
          <p:grpSpPr>
            <a:xfrm>
              <a:off x="4355551" y="1675654"/>
              <a:ext cx="3480897" cy="4078287"/>
              <a:chOff x="4373226" y="1679489"/>
              <a:chExt cx="3480897" cy="407828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D238DB6B-E4C6-D3DE-7292-726ACBFFE1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4373226" y="1679489"/>
                <a:ext cx="3480897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10" name="Rounded Rectangle 9">
                  <a:extLst>
                    <a:ext uri="{FF2B5EF4-FFF2-40B4-BE49-F238E27FC236}">
                      <a16:creationId xmlns:a16="http://schemas.microsoft.com/office/drawing/2014/main" id="{24727620-4DAC-DA33-BE3C-10DB51C82E3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80897" cy="3534370"/>
                </a:xfrm>
                <a:prstGeom prst="roundRect">
                  <a:avLst>
                    <a:gd name="adj" fmla="val 6660"/>
                  </a:avLst>
                </a:prstGeom>
                <a:solidFill>
                  <a:srgbClr val="091F2C">
                    <a:alpha val="97000"/>
                  </a:srgbClr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  <p:pic>
              <p:nvPicPr>
                <p:cNvPr id="11" name="Picture 52" descr="Dark pattern: Plus dots">
                  <a:extLst>
                    <a:ext uri="{FF2B5EF4-FFF2-40B4-BE49-F238E27FC236}">
                      <a16:creationId xmlns:a16="http://schemas.microsoft.com/office/drawing/2014/main" id="{E678B92C-8282-87F0-6A06-C5F12E53710F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12" name="Rounded Rectangle 9">
                  <a:extLst>
                    <a:ext uri="{FF2B5EF4-FFF2-40B4-BE49-F238E27FC236}">
                      <a16:creationId xmlns:a16="http://schemas.microsoft.com/office/drawing/2014/main" id="{BAFA284A-43DB-88B1-8B12-B9053572D0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80897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7" name="Rectangle 6" descr="Plugins&#10;">
                <a:extLst>
                  <a:ext uri="{FF2B5EF4-FFF2-40B4-BE49-F238E27FC236}">
                    <a16:creationId xmlns:a16="http://schemas.microsoft.com/office/drawing/2014/main" id="{9CB6A0C9-BB25-B25B-D084-DA399561DA52}"/>
                  </a:ext>
                </a:extLst>
              </p:cNvPr>
              <p:cNvSpPr/>
              <p:nvPr/>
            </p:nvSpPr>
            <p:spPr>
              <a:xfrm>
                <a:off x="5070049" y="3705695"/>
                <a:ext cx="2087250" cy="36933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400" b="1" u="none" strike="noStrike" kern="1200" cap="none" normalizeH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Segoe UI Semibold"/>
                  </a:rPr>
                  <a:t>플러그인</a:t>
                </a:r>
                <a:endParaRPr kumimoji="0" lang="en-US" sz="2400" b="1" u="none" strike="noStrike" kern="1200" cap="none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Segoe UI Semibold"/>
                </a:endParaRPr>
              </a:p>
            </p:txBody>
          </p:sp>
          <p:sp>
            <p:nvSpPr>
              <p:cNvPr id="8" name="Rectangle 7" descr="Using the APIs that your teams already managed with AI to get data and complete tasks.&#10;&#10;">
                <a:extLst>
                  <a:ext uri="{FF2B5EF4-FFF2-40B4-BE49-F238E27FC236}">
                    <a16:creationId xmlns:a16="http://schemas.microsoft.com/office/drawing/2014/main" id="{B9478253-72C0-6D62-2C83-B25C1550B79F}"/>
                  </a:ext>
                </a:extLst>
              </p:cNvPr>
              <p:cNvSpPr/>
              <p:nvPr/>
            </p:nvSpPr>
            <p:spPr>
              <a:xfrm>
                <a:off x="4816334" y="4447294"/>
                <a:ext cx="2594680" cy="83099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기존의 </a:t>
                </a:r>
                <a:r>
                  <a:rPr lang="en-US" altLang="ko-KR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</a:t>
                </a: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등에 연결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프롬프트 플러그인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네이티브 코드 플러그인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9E12927-2B59-76F3-62B6-2A7B53C812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80074" y="2067893"/>
                <a:ext cx="1267200" cy="1267200"/>
              </a:xfrm>
              <a:prstGeom prst="rect">
                <a:avLst/>
              </a:prstGeom>
            </p:spPr>
          </p:pic>
        </p:grp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1E87964-B124-5850-2036-702EC2D0B076}"/>
              </a:ext>
            </a:extLst>
          </p:cNvPr>
          <p:cNvSpPr/>
          <p:nvPr/>
        </p:nvSpPr>
        <p:spPr bwMode="auto">
          <a:xfrm>
            <a:off x="7953533" y="1075320"/>
            <a:ext cx="4094820" cy="4704203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KR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70D8DC-FEB1-8E3A-4CCD-BACD3D776B04}"/>
              </a:ext>
            </a:extLst>
          </p:cNvPr>
          <p:cNvSpPr/>
          <p:nvPr/>
        </p:nvSpPr>
        <p:spPr bwMode="auto">
          <a:xfrm>
            <a:off x="156503" y="1006833"/>
            <a:ext cx="4094820" cy="4704203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KR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99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996D-665B-3132-6879-0F6CD5DC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2153DF-CBA4-AC96-4BA7-456C5460EE86}"/>
              </a:ext>
            </a:extLst>
          </p:cNvPr>
          <p:cNvGrpSpPr/>
          <p:nvPr/>
        </p:nvGrpSpPr>
        <p:grpSpPr>
          <a:xfrm>
            <a:off x="450455" y="1389857"/>
            <a:ext cx="11291090" cy="4078287"/>
            <a:chOff x="450455" y="1675654"/>
            <a:chExt cx="11291090" cy="407828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993919D-816C-9AE3-F37B-B7799C2C5642}"/>
                </a:ext>
              </a:extLst>
            </p:cNvPr>
            <p:cNvGrpSpPr/>
            <p:nvPr/>
          </p:nvGrpSpPr>
          <p:grpSpPr>
            <a:xfrm>
              <a:off x="450455" y="1675654"/>
              <a:ext cx="3481200" cy="4078287"/>
              <a:chOff x="928912" y="1679489"/>
              <a:chExt cx="3481200" cy="407828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577C1475-271F-CA1F-3FBA-C5654B9FA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928912" y="1679489"/>
                <a:ext cx="3481200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23" name="Rounded Rectangle 9">
                  <a:extLst>
                    <a:ext uri="{FF2B5EF4-FFF2-40B4-BE49-F238E27FC236}">
                      <a16:creationId xmlns:a16="http://schemas.microsoft.com/office/drawing/2014/main" id="{41E277F2-FD6B-65F6-99E8-E53D6E378F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2834063" cy="3534370"/>
                </a:xfrm>
                <a:prstGeom prst="roundRect">
                  <a:avLst>
                    <a:gd name="adj" fmla="val 6660"/>
                  </a:avLst>
                </a:prstGeom>
                <a:solidFill>
                  <a:srgbClr val="091F2C">
                    <a:alpha val="97000"/>
                  </a:srgbClr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  <p:pic>
              <p:nvPicPr>
                <p:cNvPr id="24" name="Picture 52" descr="Dark pattern: Plus dots">
                  <a:extLst>
                    <a:ext uri="{FF2B5EF4-FFF2-40B4-BE49-F238E27FC236}">
                      <a16:creationId xmlns:a16="http://schemas.microsoft.com/office/drawing/2014/main" id="{90AF380D-5AE3-1BB3-2683-6F51BF1D4BA1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25" name="Rounded Rectangle 9">
                  <a:extLst>
                    <a:ext uri="{FF2B5EF4-FFF2-40B4-BE49-F238E27FC236}">
                      <a16:creationId xmlns:a16="http://schemas.microsoft.com/office/drawing/2014/main" id="{C9BFF359-BD3B-648E-ABF6-BFE0F8D625D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22657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>
                      <a:lumMod val="65000"/>
                    </a:schemeClr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20" name="Rectangle 19" descr="Enterprise Ready&#10;">
                <a:extLst>
                  <a:ext uri="{FF2B5EF4-FFF2-40B4-BE49-F238E27FC236}">
                    <a16:creationId xmlns:a16="http://schemas.microsoft.com/office/drawing/2014/main" id="{63F9B0EA-F103-E185-E48D-5D5FF725BF6F}"/>
                  </a:ext>
                </a:extLst>
              </p:cNvPr>
              <p:cNvSpPr/>
              <p:nvPr/>
            </p:nvSpPr>
            <p:spPr>
              <a:xfrm>
                <a:off x="1369793" y="3568028"/>
                <a:ext cx="2599439" cy="36933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4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기업용 앱 개발 친화적</a:t>
                </a:r>
                <a:endParaRPr lang="en-US" sz="2400" b="1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21" name="Rectangle 20" descr="All kernels and packages are 1.0&#10;">
                <a:extLst>
                  <a:ext uri="{FF2B5EF4-FFF2-40B4-BE49-F238E27FC236}">
                    <a16:creationId xmlns:a16="http://schemas.microsoft.com/office/drawing/2014/main" id="{9AF3D5F8-2E2C-2190-E14E-FC670F76D546}"/>
                  </a:ext>
                </a:extLst>
              </p:cNvPr>
              <p:cNvSpPr/>
              <p:nvPr/>
            </p:nvSpPr>
            <p:spPr>
              <a:xfrm>
                <a:off x="1212958" y="4447294"/>
                <a:ext cx="2854861" cy="1107996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기존 앱 개발 경험 유지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레거시 앱 통합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스케일링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보안</a:t>
                </a:r>
                <a:endParaRPr kumimoji="0" lang="en-US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254FA06B-D8E8-21BD-5342-9229BFC1F9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1184" y="2067893"/>
                <a:ext cx="1296656" cy="1266290"/>
              </a:xfrm>
              <a:prstGeom prst="rect">
                <a:avLst/>
              </a:prstGeom>
            </p:spPr>
          </p:pic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612B3AF-0FAA-CF29-F06D-17404F3EAB07}"/>
                </a:ext>
              </a:extLst>
            </p:cNvPr>
            <p:cNvGrpSpPr/>
            <p:nvPr/>
          </p:nvGrpSpPr>
          <p:grpSpPr>
            <a:xfrm>
              <a:off x="8260345" y="1675654"/>
              <a:ext cx="3481200" cy="4078287"/>
              <a:chOff x="8731470" y="1675654"/>
              <a:chExt cx="3481200" cy="407828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5017B0D-0C1B-D1B7-9D16-81F3345631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731470" y="1675654"/>
                <a:ext cx="3481200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pic>
              <p:nvPicPr>
                <p:cNvPr id="17" name="Picture 52" descr="Dark pattern: Plus dots">
                  <a:extLst>
                    <a:ext uri="{FF2B5EF4-FFF2-40B4-BE49-F238E27FC236}">
                      <a16:creationId xmlns:a16="http://schemas.microsoft.com/office/drawing/2014/main" id="{755DED91-096E-5FFB-34BA-881C272831A4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18" name="Rounded Rectangle 9">
                  <a:extLst>
                    <a:ext uri="{FF2B5EF4-FFF2-40B4-BE49-F238E27FC236}">
                      <a16:creationId xmlns:a16="http://schemas.microsoft.com/office/drawing/2014/main" id="{BB6DFDE0-868B-A1B9-C6BF-1C83655202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22656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>
                      <a:lumMod val="65000"/>
                    </a:schemeClr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14" name="Rectangle 13" descr="Agent ready&#10;">
                <a:extLst>
                  <a:ext uri="{FF2B5EF4-FFF2-40B4-BE49-F238E27FC236}">
                    <a16:creationId xmlns:a16="http://schemas.microsoft.com/office/drawing/2014/main" id="{28740C6C-2D8A-6A25-F1C2-42C1AA2E9A50}"/>
                  </a:ext>
                </a:extLst>
              </p:cNvPr>
              <p:cNvSpPr/>
              <p:nvPr/>
            </p:nvSpPr>
            <p:spPr>
              <a:xfrm>
                <a:off x="9172350" y="3701860"/>
                <a:ext cx="2599439" cy="36933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2400" b="1" dirty="0">
                    <a:solidFill>
                      <a:schemeClr val="bg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멀티 에이전트</a:t>
                </a:r>
                <a:endParaRPr lang="en-US" sz="2400" b="1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15" name="Rectangle 14" descr="Productivity gains realized with AI Agents&#10;">
                <a:extLst>
                  <a:ext uri="{FF2B5EF4-FFF2-40B4-BE49-F238E27FC236}">
                    <a16:creationId xmlns:a16="http://schemas.microsoft.com/office/drawing/2014/main" id="{989237A0-D0D3-3F50-235C-8CE502C83075}"/>
                  </a:ext>
                </a:extLst>
              </p:cNvPr>
              <p:cNvSpPr/>
              <p:nvPr/>
            </p:nvSpPr>
            <p:spPr>
              <a:xfrm>
                <a:off x="9287891" y="4437959"/>
                <a:ext cx="2368355" cy="83099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다양한 페르소나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다양한 에이전트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에이전트 오케스트레이션</a:t>
                </a:r>
                <a:endParaRPr kumimoji="0" lang="en-US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B5E6CDCA-13E6-F3D4-394B-3A8A4A9B52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838470" y="2067893"/>
                <a:ext cx="1267200" cy="12672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0D357AA-048B-3140-9956-3CA924E73D2A}"/>
                </a:ext>
              </a:extLst>
            </p:cNvPr>
            <p:cNvGrpSpPr/>
            <p:nvPr/>
          </p:nvGrpSpPr>
          <p:grpSpPr>
            <a:xfrm>
              <a:off x="4355551" y="1675654"/>
              <a:ext cx="3480897" cy="4078287"/>
              <a:chOff x="4373226" y="1679489"/>
              <a:chExt cx="3480897" cy="407828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E94FB736-B489-8411-F76B-87419478F5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4373226" y="1679489"/>
                <a:ext cx="3480897" cy="4078287"/>
                <a:chOff x="584691" y="2017713"/>
                <a:chExt cx="3480897" cy="3534370"/>
              </a:xfrm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10" name="Rounded Rectangle 9">
                  <a:extLst>
                    <a:ext uri="{FF2B5EF4-FFF2-40B4-BE49-F238E27FC236}">
                      <a16:creationId xmlns:a16="http://schemas.microsoft.com/office/drawing/2014/main" id="{2A28A076-E644-D7D3-19F6-05ACAAB0FB4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80897" cy="3534370"/>
                </a:xfrm>
                <a:prstGeom prst="roundRect">
                  <a:avLst>
                    <a:gd name="adj" fmla="val 6660"/>
                  </a:avLst>
                </a:prstGeom>
                <a:solidFill>
                  <a:srgbClr val="091F2C">
                    <a:alpha val="97000"/>
                  </a:srgbClr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  <p:pic>
              <p:nvPicPr>
                <p:cNvPr id="11" name="Picture 52" descr="Dark pattern: Plus dots">
                  <a:extLst>
                    <a:ext uri="{FF2B5EF4-FFF2-40B4-BE49-F238E27FC236}">
                      <a16:creationId xmlns:a16="http://schemas.microsoft.com/office/drawing/2014/main" id="{34DFFA47-CABC-2E78-8D5D-21219599A69C}"/>
                    </a:ext>
                  </a:extLst>
                </p:cNvPr>
                <p:cNvPicPr>
                  <a:picLocks/>
                </p:cNvPicPr>
                <p:nvPr/>
              </p:nvPicPr>
              <p:blipFill rotWithShape="1"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4866" t="4223" r="4866" b="4223"/>
                <a:stretch/>
              </p:blipFill>
              <p:spPr>
                <a:xfrm>
                  <a:off x="584691" y="2018301"/>
                  <a:ext cx="3480897" cy="3530459"/>
                </a:xfrm>
                <a:prstGeom prst="roundRect">
                  <a:avLst>
                    <a:gd name="adj" fmla="val 6521"/>
                  </a:avLst>
                </a:prstGeom>
                <a:effectLst/>
              </p:spPr>
            </p:pic>
            <p:sp>
              <p:nvSpPr>
                <p:cNvPr id="12" name="Rounded Rectangle 9">
                  <a:extLst>
                    <a:ext uri="{FF2B5EF4-FFF2-40B4-BE49-F238E27FC236}">
                      <a16:creationId xmlns:a16="http://schemas.microsoft.com/office/drawing/2014/main" id="{40DBF203-6739-7E48-783E-195FD099F5C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691" y="2017713"/>
                  <a:ext cx="3480897" cy="3534370"/>
                </a:xfrm>
                <a:prstGeom prst="roundRect">
                  <a:avLst>
                    <a:gd name="adj" fmla="val 6537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schemeClr val="accent6">
                      <a:lumMod val="90000"/>
                      <a:alpha val="40000"/>
                    </a:schemeClr>
                  </a:outerShdw>
                </a:effectLst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Segoe UI" pitchFamily="34" charset="0"/>
                  </a:endParaRPr>
                </a:p>
              </p:txBody>
            </p:sp>
          </p:grpSp>
          <p:sp>
            <p:nvSpPr>
              <p:cNvPr id="7" name="Rectangle 6" descr="Plugins&#10;">
                <a:extLst>
                  <a:ext uri="{FF2B5EF4-FFF2-40B4-BE49-F238E27FC236}">
                    <a16:creationId xmlns:a16="http://schemas.microsoft.com/office/drawing/2014/main" id="{076579B6-2495-5312-9463-F1C41776922A}"/>
                  </a:ext>
                </a:extLst>
              </p:cNvPr>
              <p:cNvSpPr/>
              <p:nvPr/>
            </p:nvSpPr>
            <p:spPr>
              <a:xfrm>
                <a:off x="5070049" y="3705695"/>
                <a:ext cx="2087250" cy="36933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2400" b="1" u="none" strike="noStrike" kern="1200" cap="none" normalizeH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  <a:sym typeface="Segoe UI Semibold"/>
                  </a:rPr>
                  <a:t>플러그인</a:t>
                </a:r>
                <a:endParaRPr kumimoji="0" lang="en-US" sz="2400" b="1" u="none" strike="noStrike" kern="1200" cap="none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Segoe UI Semibold"/>
                </a:endParaRPr>
              </a:p>
            </p:txBody>
          </p:sp>
          <p:sp>
            <p:nvSpPr>
              <p:cNvPr id="8" name="Rectangle 7" descr="Using the APIs that your teams already managed with AI to get data and complete tasks.&#10;&#10;">
                <a:extLst>
                  <a:ext uri="{FF2B5EF4-FFF2-40B4-BE49-F238E27FC236}">
                    <a16:creationId xmlns:a16="http://schemas.microsoft.com/office/drawing/2014/main" id="{5E2B913E-4EB2-FEBF-CD14-44B738CDDEDC}"/>
                  </a:ext>
                </a:extLst>
              </p:cNvPr>
              <p:cNvSpPr/>
              <p:nvPr/>
            </p:nvSpPr>
            <p:spPr>
              <a:xfrm>
                <a:off x="4816334" y="4447294"/>
                <a:ext cx="2594680" cy="830997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기존의 </a:t>
                </a:r>
                <a:r>
                  <a:rPr lang="en-US" altLang="ko-KR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API</a:t>
                </a: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 등에 연결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>
                    <a:solidFill>
                      <a:schemeClr val="bg1"/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프롬프트 플러그인</a:t>
                </a:r>
                <a:endParaRPr lang="en-AU" altLang="ko-KR" dirty="0">
                  <a:solidFill>
                    <a:schemeClr val="bg1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  <a:p>
                <a:pPr marL="0" marR="0" lvl="0" indent="0" algn="ctr" defTabSz="914367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u="none" strike="noStrike" kern="1200" cap="none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  <a:sym typeface="Segoe UI Semibold"/>
                  </a:rPr>
                  <a:t>네이티브 코드 플러그인</a:t>
                </a:r>
                <a:endParaRPr kumimoji="0" lang="en-AU" altLang="ko-KR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Segoe UI Semibold"/>
                </a:endParaRPr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5D8714F-B920-D964-D8F0-084D828FBA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80074" y="2067893"/>
                <a:ext cx="1267200" cy="1267200"/>
              </a:xfrm>
              <a:prstGeom prst="rect">
                <a:avLst/>
              </a:prstGeom>
            </p:spPr>
          </p:pic>
        </p:grp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35A7A3D4-3E2C-CB85-013F-7746FB44B321}"/>
              </a:ext>
            </a:extLst>
          </p:cNvPr>
          <p:cNvSpPr/>
          <p:nvPr/>
        </p:nvSpPr>
        <p:spPr bwMode="auto">
          <a:xfrm>
            <a:off x="422924" y="1248627"/>
            <a:ext cx="7711807" cy="4704203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KR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42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FD964-3038-F785-F9C4-749B066F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5BC393-D7A7-4104-6E06-474492F8D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076" y="2217076"/>
            <a:ext cx="2423847" cy="24238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579246-B3F8-DB32-7430-65DBB493AD8C}"/>
              </a:ext>
            </a:extLst>
          </p:cNvPr>
          <p:cNvSpPr txBox="1"/>
          <p:nvPr/>
        </p:nvSpPr>
        <p:spPr>
          <a:xfrm>
            <a:off x="3937267" y="4792225"/>
            <a:ext cx="4317464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/>
              <a:t>Microsoft Copilot</a:t>
            </a:r>
            <a:endParaRPr lang="en-KR" sz="4400" dirty="0" err="1"/>
          </a:p>
        </p:txBody>
      </p:sp>
    </p:spTree>
    <p:extLst>
      <p:ext uri="{BB962C8B-B14F-4D97-AF65-F5344CB8AC3E}">
        <p14:creationId xmlns:p14="http://schemas.microsoft.com/office/powerpoint/2010/main" val="410289179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90969-73DD-36B7-8077-E8BC10E1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FF51C5-6E3F-E8B0-2373-7D9927947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1268" y="1004928"/>
            <a:ext cx="2089464" cy="2066400"/>
          </a:xfrm>
          <a:prstGeom prst="rect">
            <a:avLst/>
          </a:prstGeom>
          <a:ln>
            <a:noFill/>
          </a:ln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AF4A89B-8632-1E56-FD8B-D9B9D30742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3513" y="3597939"/>
            <a:ext cx="2066400" cy="2066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17829F-C38D-789A-FA39-90E876796469}"/>
              </a:ext>
            </a:extLst>
          </p:cNvPr>
          <p:cNvSpPr txBox="1"/>
          <p:nvPr/>
        </p:nvSpPr>
        <p:spPr>
          <a:xfrm>
            <a:off x="3442086" y="4286453"/>
            <a:ext cx="2553584" cy="206640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KR" sz="2800" b="1" dirty="0"/>
              <a:t>GitHub Models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F1BA35F-E36A-AE00-A587-1380A9C2E1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843" y="3597939"/>
            <a:ext cx="2066400" cy="2066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76BB9BA-49CD-9136-E2DB-785E9F1630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7756" y="3484159"/>
            <a:ext cx="2066400" cy="2066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A85D5B-8388-5DF0-DEE1-542746F226E4}"/>
              </a:ext>
            </a:extLst>
          </p:cNvPr>
          <p:cNvSpPr txBox="1"/>
          <p:nvPr/>
        </p:nvSpPr>
        <p:spPr>
          <a:xfrm>
            <a:off x="680949" y="5706757"/>
            <a:ext cx="2553584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600" spc="0" baseline="0">
                <a:solidFill>
                  <a:srgbClr val="091F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800" dirty="0" err="1">
                <a:solidFill>
                  <a:schemeClr val="tx1"/>
                </a:solidFill>
              </a:rPr>
              <a:t>HuggingFace</a:t>
            </a:r>
            <a:endParaRPr lang="en-KR" sz="2800" dirty="0" err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8EECC5-5451-0226-04DC-14522E6731ED}"/>
              </a:ext>
            </a:extLst>
          </p:cNvPr>
          <p:cNvSpPr txBox="1"/>
          <p:nvPr/>
        </p:nvSpPr>
        <p:spPr>
          <a:xfrm>
            <a:off x="7116387" y="5706757"/>
            <a:ext cx="2517024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600" spc="0" baseline="0">
                <a:solidFill>
                  <a:srgbClr val="091F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OpenAI</a:t>
            </a:r>
            <a:endParaRPr lang="en-KR" sz="2800" dirty="0" err="1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E033B5-AD5F-CBD3-F652-356970530442}"/>
              </a:ext>
            </a:extLst>
          </p:cNvPr>
          <p:cNvSpPr txBox="1"/>
          <p:nvPr/>
        </p:nvSpPr>
        <p:spPr>
          <a:xfrm>
            <a:off x="9911507" y="5706757"/>
            <a:ext cx="2345635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600" spc="0" baseline="0">
                <a:solidFill>
                  <a:srgbClr val="091F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800" dirty="0" err="1">
                <a:solidFill>
                  <a:schemeClr val="tx1"/>
                </a:solidFill>
              </a:rPr>
              <a:t>Ollama</a:t>
            </a:r>
            <a:endParaRPr lang="en-KR" sz="280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1BAA05-C343-8843-AB50-1DE85F81EB77}"/>
              </a:ext>
            </a:extLst>
          </p:cNvPr>
          <p:cNvSpPr txBox="1"/>
          <p:nvPr/>
        </p:nvSpPr>
        <p:spPr>
          <a:xfrm>
            <a:off x="3522235" y="5706757"/>
            <a:ext cx="5017241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600" spc="0" baseline="0">
                <a:solidFill>
                  <a:srgbClr val="091F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GitHub Models</a:t>
            </a:r>
            <a:endParaRPr lang="en-KR" sz="28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2942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B6EE6-9893-3B77-1365-03CEF8AF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26C9634-A558-217B-5CA1-5E556F2F5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1818" y="3697671"/>
            <a:ext cx="2067910" cy="206791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D3885C4-2C5A-14BE-42F9-714C833754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9419" y="3697671"/>
            <a:ext cx="2067910" cy="206791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4331834-30CE-1C5F-CCAF-D3EF2CE695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12274" y="3697670"/>
            <a:ext cx="2067911" cy="20679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B56860-1971-FC7D-62C1-CC180D0B92A4}"/>
              </a:ext>
            </a:extLst>
          </p:cNvPr>
          <p:cNvSpPr txBox="1"/>
          <p:nvPr/>
        </p:nvSpPr>
        <p:spPr>
          <a:xfrm>
            <a:off x="802965" y="5979606"/>
            <a:ext cx="3285617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600" spc="0" baseline="0">
                <a:solidFill>
                  <a:srgbClr val="091F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 sz="3200" dirty="0">
                <a:solidFill>
                  <a:schemeClr val="tx1"/>
                </a:solidFill>
              </a:rPr>
              <a:t>Amazon Bedrock</a:t>
            </a:r>
            <a:endParaRPr lang="en-KR" sz="320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C608B-8BC2-5081-EA74-CB6EE7C0845E}"/>
              </a:ext>
            </a:extLst>
          </p:cNvPr>
          <p:cNvSpPr txBox="1"/>
          <p:nvPr/>
        </p:nvSpPr>
        <p:spPr>
          <a:xfrm>
            <a:off x="8103415" y="5979607"/>
            <a:ext cx="3573732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600" spc="0" baseline="0">
                <a:solidFill>
                  <a:srgbClr val="091F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 sz="3200" dirty="0">
                <a:solidFill>
                  <a:schemeClr val="tx1"/>
                </a:solidFill>
              </a:rPr>
              <a:t>Google Vertex AI</a:t>
            </a:r>
            <a:endParaRPr lang="en-KR" sz="3200" dirty="0" err="1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2F521-1A6D-7886-5DE6-5CC2B600D8AE}"/>
              </a:ext>
            </a:extLst>
          </p:cNvPr>
          <p:cNvSpPr txBox="1"/>
          <p:nvPr/>
        </p:nvSpPr>
        <p:spPr>
          <a:xfrm>
            <a:off x="4453190" y="5979607"/>
            <a:ext cx="3285617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600" spc="0" baseline="0">
                <a:solidFill>
                  <a:srgbClr val="091F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 sz="3200" dirty="0">
                <a:solidFill>
                  <a:schemeClr val="tx1"/>
                </a:solidFill>
              </a:rPr>
              <a:t>Azure AI Foundry</a:t>
            </a:r>
            <a:endParaRPr lang="en-KR" sz="3200" dirty="0" err="1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233B36-A80D-734D-B999-AB84E7502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1268" y="1004928"/>
            <a:ext cx="2089464" cy="20664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033354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51655-18E4-85C5-964A-376DE561A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EA4E26-EFC2-CC45-5AC5-1CF824F8C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5753" y="2395799"/>
            <a:ext cx="2089464" cy="2066400"/>
          </a:xfrm>
          <a:prstGeom prst="rect">
            <a:avLst/>
          </a:prstGeom>
          <a:ln>
            <a:noFill/>
          </a:ln>
        </p:spPr>
      </p:pic>
      <p:pic>
        <p:nvPicPr>
          <p:cNvPr id="16" name="Picture 15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DCDD254C-1F02-3CBB-10C5-F21991B95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785" y="2161721"/>
            <a:ext cx="2534557" cy="253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7744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93D2-A559-FA96-4AD1-15630807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1869828"/>
            <a:ext cx="6217920" cy="1661993"/>
          </a:xfrm>
        </p:spPr>
        <p:txBody>
          <a:bodyPr/>
          <a:lstStyle/>
          <a:p>
            <a:r>
              <a:rPr lang="ko-KR" altLang="en-US" dirty="0"/>
              <a:t>실습</a:t>
            </a:r>
            <a:r>
              <a:rPr lang="en-US" dirty="0"/>
              <a:t> #1:</a:t>
            </a:r>
            <a:br>
              <a:rPr lang="en-US" dirty="0"/>
            </a:br>
            <a:r>
              <a:rPr lang="en-US" dirty="0"/>
              <a:t>Semantic Kernel</a:t>
            </a:r>
            <a:r>
              <a:rPr lang="ko-KR" altLang="en-US" dirty="0" err="1"/>
              <a:t>에</a:t>
            </a:r>
            <a:br>
              <a:rPr lang="en-AU" altLang="ko-KR" dirty="0"/>
            </a:br>
            <a:r>
              <a:rPr lang="ko-KR" altLang="en-US" dirty="0"/>
              <a:t>다양한 </a:t>
            </a:r>
            <a:r>
              <a:rPr lang="en-US" altLang="ko-KR" dirty="0"/>
              <a:t>LLM </a:t>
            </a:r>
            <a:r>
              <a:rPr lang="ko-KR" altLang="en-US" dirty="0"/>
              <a:t>연결하기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F174D-8A7C-D7E7-DCB4-677167EF88E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윤금재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25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4200" y="3012354"/>
            <a:ext cx="5577840" cy="1231106"/>
          </a:xfrm>
        </p:spPr>
        <p:txBody>
          <a:bodyPr/>
          <a:lstStyle/>
          <a:p>
            <a:r>
              <a:rPr lang="en-US" sz="4000" dirty="0">
                <a:ea typeface="+mj-lt"/>
                <a:cs typeface="+mj-lt"/>
              </a:rPr>
              <a:t>Semantic Kernel Workshop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584200" y="4672083"/>
            <a:ext cx="5577840" cy="276999"/>
          </a:xfrm>
        </p:spPr>
        <p:txBody>
          <a:bodyPr/>
          <a:lstStyle/>
          <a:p>
            <a:r>
              <a:rPr lang="ko-KR" altLang="en-US" dirty="0"/>
              <a:t>윤금재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71948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crosoft AI Tour 16:9 Template Light">
  <a:themeElements>
    <a:clrScheme name="Custom 193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0078D4"/>
      </a:accent2>
      <a:accent3>
        <a:srgbClr val="8DE971"/>
      </a:accent3>
      <a:accent4>
        <a:srgbClr val="8C8279"/>
      </a:accent4>
      <a:accent5>
        <a:srgbClr val="463668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AI Tour_2024_16-9 Event-template.potx  -  Read-Only" id="{EF31A9D9-AF26-4F74-B8BA-20B85FC95ECA}" vid="{80832C1F-E082-45FE-8D95-4D501AE495EF}"/>
    </a:ext>
  </a:extLst>
</a:theme>
</file>

<file path=ppt/theme/theme2.xml><?xml version="1.0" encoding="utf-8"?>
<a:theme xmlns:a="http://schemas.openxmlformats.org/drawingml/2006/main" name="Microsoft AI Tour 16:9 Template Dark">
  <a:themeElements>
    <a:clrScheme name="Custom 197">
      <a:dk1>
        <a:srgbClr val="091F2C"/>
      </a:dk1>
      <a:lt1>
        <a:srgbClr val="FFFFFF"/>
      </a:lt1>
      <a:dk2>
        <a:srgbClr val="091F2C"/>
      </a:dk2>
      <a:lt2>
        <a:srgbClr val="E8E6DF"/>
      </a:lt2>
      <a:accent1>
        <a:srgbClr val="C5B4E3"/>
      </a:accent1>
      <a:accent2>
        <a:srgbClr val="0078D4"/>
      </a:accent2>
      <a:accent3>
        <a:srgbClr val="8DE971"/>
      </a:accent3>
      <a:accent4>
        <a:srgbClr val="D7D2CB"/>
      </a:accent4>
      <a:accent5>
        <a:srgbClr val="8661C5"/>
      </a:accent5>
      <a:accent6>
        <a:srgbClr val="D2D2D2"/>
      </a:accent6>
      <a:hlink>
        <a:srgbClr val="D59ED7"/>
      </a:hlink>
      <a:folHlink>
        <a:srgbClr val="D59ED7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AI Tour_2024_16-9 Event-template.potx  -  Read-Only" id="{EF31A9D9-AF26-4F74-B8BA-20B85FC95ECA}" vid="{E5E340B4-A45D-471E-85C3-F0DBDFE9B8B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1429</Words>
  <Application>Microsoft Macintosh PowerPoint</Application>
  <PresentationFormat>Widescreen</PresentationFormat>
  <Paragraphs>241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D2Coding</vt:lpstr>
      <vt:lpstr>Pretendard</vt:lpstr>
      <vt:lpstr>Pretendard Light</vt:lpstr>
      <vt:lpstr>Pretendard SemiBold</vt:lpstr>
      <vt:lpstr>Arial</vt:lpstr>
      <vt:lpstr>Consolas</vt:lpstr>
      <vt:lpstr>Open Sans Light</vt:lpstr>
      <vt:lpstr>Segoe UI</vt:lpstr>
      <vt:lpstr>Wingdings</vt:lpstr>
      <vt:lpstr>Microsoft AI Tour 16:9 Template Light</vt:lpstr>
      <vt:lpstr>Microsoft AI Tour 16:9 Template Dark</vt:lpstr>
      <vt:lpstr>Semantic Kernel Workshop</vt:lpstr>
      <vt:lpstr>실습목표</vt:lpstr>
      <vt:lpstr>Semantic Kernel이란?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실습 #1: Semantic Kernel에 다양한 LLM 연결하기</vt:lpstr>
      <vt:lpstr>Semantic Kernel Workshop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2025-02-09T04:54:25Z</dcterms:created>
  <dcterms:modified xsi:type="dcterms:W3CDTF">2025-02-18T03:38:42Z</dcterms:modified>
</cp:coreProperties>
</file>