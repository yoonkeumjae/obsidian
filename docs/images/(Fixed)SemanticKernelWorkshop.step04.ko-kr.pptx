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5447" r:id="rId1"/>
    <p:sldMasterId id="2147485551" r:id="rId2"/>
  </p:sldMasterIdLst>
  <p:notesMasterIdLst>
    <p:notesMasterId r:id="rId24"/>
  </p:notesMasterIdLst>
  <p:handoutMasterIdLst>
    <p:handoutMasterId r:id="rId25"/>
  </p:handoutMasterIdLst>
  <p:sldIdLst>
    <p:sldId id="2147479495" r:id="rId3"/>
    <p:sldId id="2147483647" r:id="rId4"/>
    <p:sldId id="288" r:id="rId5"/>
    <p:sldId id="289" r:id="rId6"/>
    <p:sldId id="256" r:id="rId7"/>
    <p:sldId id="258" r:id="rId8"/>
    <p:sldId id="257" r:id="rId9"/>
    <p:sldId id="261" r:id="rId10"/>
    <p:sldId id="259" r:id="rId11"/>
    <p:sldId id="262" r:id="rId12"/>
    <p:sldId id="260" r:id="rId13"/>
    <p:sldId id="264" r:id="rId14"/>
    <p:sldId id="265" r:id="rId15"/>
    <p:sldId id="266" r:id="rId16"/>
    <p:sldId id="269" r:id="rId17"/>
    <p:sldId id="270" r:id="rId18"/>
    <p:sldId id="271" r:id="rId19"/>
    <p:sldId id="268" r:id="rId20"/>
    <p:sldId id="267" r:id="rId21"/>
    <p:sldId id="290" r:id="rId22"/>
    <p:sldId id="263" r:id="rId23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3BC4"/>
    <a:srgbClr val="C0E6DF"/>
    <a:srgbClr val="8CEA70"/>
    <a:srgbClr val="8660C5"/>
    <a:srgbClr val="F5F3F6"/>
    <a:srgbClr val="FFE399"/>
    <a:srgbClr val="D5EC8E"/>
    <a:srgbClr val="FF5B38"/>
    <a:srgbClr val="091F2C"/>
    <a:srgbClr val="288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74F54-CBCE-394F-9993-796E7C32CF67}" v="382" dt="2025-02-08T08:17:39.968"/>
    <p1510:client id="{C615252E-C83F-4D1D-8583-F2FF25EBDCB1}" v="1300" dt="2025-02-09T05:03:20.9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4"/>
    <p:restoredTop sz="81453" autoAdjust="0"/>
  </p:normalViewPr>
  <p:slideViewPr>
    <p:cSldViewPr snapToGrid="0">
      <p:cViewPr varScale="1">
        <p:scale>
          <a:sx n="122" d="100"/>
          <a:sy n="122" d="100"/>
        </p:scale>
        <p:origin x="552" y="192"/>
      </p:cViewPr>
      <p:guideLst/>
    </p:cSldViewPr>
  </p:slideViewPr>
  <p:outlineViewPr>
    <p:cViewPr>
      <p:scale>
        <a:sx n="33" d="100"/>
        <a:sy n="33" d="100"/>
      </p:scale>
      <p:origin x="0" y="-363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2/18/25 12:12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이번 실습 진행을 맡은 강사 윤금재 </a:t>
            </a:r>
            <a:r>
              <a:rPr lang="ko-KR" altLang="en-US" dirty="0" err="1"/>
              <a:t>라고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61DAB-D93E-49CA-B245-379601CFE8D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2/18/25 12:12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50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마지막 실습에서는 </a:t>
            </a:r>
            <a:endParaRPr lang="en-US" altLang="ko-KR" dirty="0"/>
          </a:p>
          <a:p>
            <a:r>
              <a:rPr lang="ko-KR" altLang="en-US" dirty="0"/>
              <a:t>콘솔 앱을 개발하고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개발한 앱에 </a:t>
            </a:r>
            <a:r>
              <a:rPr lang="ko-KR" altLang="en-US" dirty="0" err="1"/>
              <a:t>라그</a:t>
            </a:r>
            <a:r>
              <a:rPr lang="ko-KR" altLang="en-US" dirty="0"/>
              <a:t> 기능을 추가하겠습니다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마지막으로 완성된 앱을 모니터링 할 수 있도록 </a:t>
            </a:r>
            <a:r>
              <a:rPr lang="en-US" altLang="ko-KR" dirty="0"/>
              <a:t>Aspire Dashboard</a:t>
            </a:r>
            <a:r>
              <a:rPr lang="ko-KR" altLang="en-US" dirty="0"/>
              <a:t>와 연결해보겠습니다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46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지난 세션까지 여러분은 </a:t>
            </a:r>
            <a:r>
              <a:rPr lang="ko-KR" altLang="en-US" dirty="0" err="1"/>
              <a:t>시맨틱</a:t>
            </a:r>
            <a:r>
              <a:rPr lang="ko-KR" altLang="en-US" dirty="0"/>
              <a:t> 커널로 앱을 개발했습니다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이제 </a:t>
            </a:r>
            <a:r>
              <a:rPr lang="ko-KR" altLang="en-US" dirty="0" err="1"/>
              <a:t>라그</a:t>
            </a:r>
            <a:r>
              <a:rPr lang="ko-KR" altLang="en-US" dirty="0"/>
              <a:t> 확장</a:t>
            </a:r>
            <a:r>
              <a:rPr lang="en-US" altLang="ko-KR" dirty="0"/>
              <a:t>,</a:t>
            </a:r>
            <a:r>
              <a:rPr lang="ko-KR" altLang="en-US" dirty="0"/>
              <a:t> 모니터링 기능을 </a:t>
            </a:r>
            <a:r>
              <a:rPr lang="ko-KR" altLang="en-US" dirty="0" err="1"/>
              <a:t>추가할겁니다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일단 </a:t>
            </a:r>
            <a:r>
              <a:rPr lang="ko-KR" altLang="en-US" dirty="0" err="1"/>
              <a:t>라그가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ko-KR" altLang="en-US" dirty="0"/>
              <a:t> </a:t>
            </a:r>
            <a:r>
              <a:rPr lang="ko-KR" altLang="en-US" dirty="0" err="1"/>
              <a:t>부터</a:t>
            </a:r>
            <a:r>
              <a:rPr lang="ko-KR" altLang="en-US" dirty="0"/>
              <a:t> 알아봅시다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6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여러분</a:t>
            </a:r>
            <a:r>
              <a:rPr lang="en-US" altLang="ko-KR" dirty="0"/>
              <a:t>,</a:t>
            </a:r>
            <a:r>
              <a:rPr lang="ko-KR" altLang="en-US" dirty="0"/>
              <a:t> 친구 전화번호를 </a:t>
            </a:r>
            <a:r>
              <a:rPr lang="en-US" altLang="ko-KR" dirty="0"/>
              <a:t>ChatGPT</a:t>
            </a:r>
            <a:r>
              <a:rPr lang="ko-KR" altLang="en-US" dirty="0" err="1"/>
              <a:t>에</a:t>
            </a:r>
            <a:r>
              <a:rPr lang="ko-KR" altLang="en-US" dirty="0"/>
              <a:t> 물어본 경험이 있는 분 계실까요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아마 없으리라 생각됩니다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혹시 물어보더라도 제대로 된 대답을 받을 수는 없을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ChatGPT</a:t>
            </a:r>
            <a:r>
              <a:rPr lang="ko-KR" altLang="en-US" dirty="0"/>
              <a:t>가 친구 전화번호를 알고있을 리 없잖아요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81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앞으로는 </a:t>
            </a:r>
            <a:r>
              <a:rPr lang="en-US" altLang="ko-KR" dirty="0"/>
              <a:t>ChatGPT</a:t>
            </a:r>
            <a:r>
              <a:rPr lang="ko-KR" altLang="en-US" dirty="0"/>
              <a:t>가 친구 전화번호를 알려줄 수 있으면 좋겠다는 생각에 전화번호부를 줬습니다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그럼 비슷한 질문이 들어와도 </a:t>
            </a:r>
            <a:r>
              <a:rPr lang="en-US" altLang="ko-KR" dirty="0"/>
              <a:t>ChatGPT</a:t>
            </a:r>
            <a:r>
              <a:rPr lang="ko-KR" altLang="en-US" dirty="0"/>
              <a:t>는 전화번호부를 참고해 올바른 답변을 줄 수 있을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이것이 </a:t>
            </a:r>
            <a:r>
              <a:rPr lang="en-US" altLang="ko-KR" dirty="0"/>
              <a:t>RAG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dirty="0"/>
              <a:t>RAG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한국어로 </a:t>
            </a:r>
            <a:r>
              <a:rPr lang="en-US" altLang="ko-KR" dirty="0"/>
              <a:t>“</a:t>
            </a:r>
            <a:r>
              <a:rPr lang="ko-KR" altLang="en-US" dirty="0"/>
              <a:t>검색 증강 생성</a:t>
            </a:r>
            <a:r>
              <a:rPr lang="en-US" altLang="ko-KR" dirty="0"/>
              <a:t>”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dirty="0"/>
              <a:t>ChatGPT, Gemini</a:t>
            </a:r>
            <a:r>
              <a:rPr lang="ko-KR" altLang="en-US" dirty="0"/>
              <a:t>와 같은 </a:t>
            </a:r>
            <a:r>
              <a:rPr lang="en-US" dirty="0"/>
              <a:t>LLM</a:t>
            </a:r>
            <a:r>
              <a:rPr lang="ko-KR" altLang="en-US" dirty="0" err="1"/>
              <a:t>에</a:t>
            </a:r>
            <a:r>
              <a:rPr lang="ko-KR" altLang="en-US" dirty="0"/>
              <a:t> 추가적인 자료를 제공하여 더 정확하고 효율적인 검색을 가능하게 하는 기술입니다</a:t>
            </a:r>
            <a:r>
              <a:rPr lang="en-US" altLang="ko-KR" dirty="0"/>
              <a:t>.</a:t>
            </a:r>
            <a:endParaRPr lang="en-US" dirty="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28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</a:t>
            </a:r>
            <a:r>
              <a:rPr lang="ko-KR" altLang="en-US" dirty="0"/>
              <a:t>는 회사 내부 자료를 위해 쓰이는 경우가 많은데요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그 이유는 두 가지가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첫째로 </a:t>
            </a:r>
            <a:r>
              <a:rPr lang="en-US" altLang="ko-KR" dirty="0"/>
              <a:t>LLM</a:t>
            </a:r>
            <a:r>
              <a:rPr lang="ko-KR" altLang="en-US" dirty="0"/>
              <a:t>은 학습된 데이터들만 </a:t>
            </a:r>
            <a:r>
              <a:rPr lang="ko-KR" altLang="en-US" dirty="0" err="1"/>
              <a:t>알고있기</a:t>
            </a:r>
            <a:r>
              <a:rPr lang="ko-KR" altLang="en-US" dirty="0"/>
              <a:t> 때문에 최신의 규정</a:t>
            </a:r>
            <a:r>
              <a:rPr lang="en-US" altLang="ko-KR" dirty="0"/>
              <a:t>,</a:t>
            </a:r>
            <a:r>
              <a:rPr lang="ko-KR" altLang="en-US" dirty="0"/>
              <a:t> 문서를 적용하기 위해서는 </a:t>
            </a:r>
            <a:r>
              <a:rPr lang="en-US" altLang="ko-KR" dirty="0"/>
              <a:t>RAG</a:t>
            </a:r>
            <a:r>
              <a:rPr lang="ko-KR" altLang="en-US" dirty="0" err="1"/>
              <a:t>를</a:t>
            </a:r>
            <a:r>
              <a:rPr lang="ko-KR" altLang="en-US" dirty="0"/>
              <a:t> 적용해야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둘째로 회계 자료</a:t>
            </a:r>
            <a:r>
              <a:rPr lang="en-US" altLang="ko-KR" dirty="0"/>
              <a:t>,</a:t>
            </a:r>
            <a:r>
              <a:rPr lang="ko-KR" altLang="en-US" dirty="0"/>
              <a:t> 사내 규정 등의 보안에 민감한 데이터를 외부 </a:t>
            </a:r>
            <a:r>
              <a:rPr lang="en-US" altLang="ko-KR" dirty="0"/>
              <a:t>API</a:t>
            </a:r>
            <a:r>
              <a:rPr lang="ko-KR" altLang="en-US" dirty="0" err="1"/>
              <a:t>에</a:t>
            </a:r>
            <a:r>
              <a:rPr lang="ko-KR" altLang="en-US" dirty="0"/>
              <a:t> 공개하지 않고 내부 데이터베이스에서 사용하기 위해 </a:t>
            </a:r>
            <a:r>
              <a:rPr lang="en-US" altLang="ko-KR" dirty="0"/>
              <a:t>RAG</a:t>
            </a:r>
            <a:r>
              <a:rPr lang="ko-KR" altLang="en-US" dirty="0" err="1"/>
              <a:t>를</a:t>
            </a:r>
            <a:r>
              <a:rPr lang="ko-KR" altLang="en-US" dirty="0"/>
              <a:t> 적용합니다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33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친구 전화번호를 알기 위해 </a:t>
            </a:r>
            <a:r>
              <a:rPr lang="en-US" altLang="ko-KR" dirty="0"/>
              <a:t>ChatGPT</a:t>
            </a:r>
            <a:r>
              <a:rPr lang="ko-KR" altLang="en-US" dirty="0"/>
              <a:t>에게 준 전화번호부</a:t>
            </a:r>
            <a:r>
              <a:rPr lang="en-US" altLang="ko-KR" dirty="0"/>
              <a:t>,</a:t>
            </a:r>
            <a:r>
              <a:rPr lang="ko-KR" altLang="en-US" dirty="0"/>
              <a:t> 즉</a:t>
            </a:r>
            <a:endParaRPr lang="en-US" altLang="ko-KR" dirty="0"/>
          </a:p>
          <a:p>
            <a:r>
              <a:rPr lang="en-US" altLang="ko-KR" dirty="0"/>
              <a:t>RAG</a:t>
            </a:r>
            <a:r>
              <a:rPr lang="ko-KR" altLang="en-US" dirty="0" err="1"/>
              <a:t>를</a:t>
            </a:r>
            <a:r>
              <a:rPr lang="ko-KR" altLang="en-US" dirty="0"/>
              <a:t> 적용하기 위해서 </a:t>
            </a:r>
            <a:r>
              <a:rPr lang="en-US" altLang="ko-KR" dirty="0"/>
              <a:t>LLM</a:t>
            </a:r>
            <a:r>
              <a:rPr lang="ko-KR" altLang="en-US" dirty="0" err="1"/>
              <a:t>에</a:t>
            </a:r>
            <a:r>
              <a:rPr lang="ko-KR" altLang="en-US" dirty="0"/>
              <a:t> 제공하는 데이터베이스는 </a:t>
            </a:r>
            <a:r>
              <a:rPr lang="en-US" altLang="ko-KR" dirty="0"/>
              <a:t>“</a:t>
            </a:r>
            <a:r>
              <a:rPr lang="ko-KR" altLang="en-US" dirty="0"/>
              <a:t>벡터 데이터베이스</a:t>
            </a:r>
            <a:r>
              <a:rPr lang="en-US" altLang="ko-KR" dirty="0"/>
              <a:t>”</a:t>
            </a:r>
            <a:r>
              <a:rPr lang="ko-KR" altLang="en-US" dirty="0" err="1"/>
              <a:t>를</a:t>
            </a:r>
            <a:r>
              <a:rPr lang="ko-KR" altLang="en-US" dirty="0"/>
              <a:t> 사용해야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데이터베이스에 저장할 텍스트</a:t>
            </a:r>
            <a:r>
              <a:rPr lang="en-US" altLang="ko-KR" dirty="0"/>
              <a:t>,</a:t>
            </a:r>
            <a:r>
              <a:rPr lang="ko-KR" altLang="en-US" dirty="0"/>
              <a:t> 이미지를 벡터화 하여 저장하는 데이터베이스인데요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왜 굳이 벡터 데이터베이스를 사용할까요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1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DC09B-9568-4DC8-6585-1F8425D4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5BFAA-1328-59A5-0002-18FE1B02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83DC1-463E-8317-9755-FEF5D7107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벡터 데이터베이스를 그림으로 표현하면 이와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마치 </a:t>
            </a:r>
            <a:r>
              <a:rPr lang="en-US" altLang="ko-KR" dirty="0"/>
              <a:t>3</a:t>
            </a:r>
            <a:r>
              <a:rPr lang="ko-KR" altLang="en-US" dirty="0"/>
              <a:t>차원 공간 </a:t>
            </a:r>
            <a:r>
              <a:rPr lang="ko-KR" altLang="en-US" dirty="0" err="1"/>
              <a:t>처럼</a:t>
            </a:r>
            <a:r>
              <a:rPr lang="ko-KR" altLang="en-US" dirty="0"/>
              <a:t> 표현되는데요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비슷한 의미 체계를 가진 데이터들은 그래프 상 가까운 위치에 저장됩니다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지금은 대략적으로 이런 개념이라는 것 까지만 알아두고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더 자세한 내용은 여기서는 다루지 않겠습니다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7F59AF4-6914-58E8-81D9-6768C670F23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87CEF-6C0C-7258-408F-3D05E33FD3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A7D393-8689-ADDA-827C-F888FE27FE4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D2A61-7421-2DF0-AD62-D8493F510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45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056B7-8C0E-2BBC-6834-13385DE6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A5963-31DC-6507-D435-9D7D0A4EE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4D975-6AC0-D17B-C1C8-BCA6D62F1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학습자료 제일 아래 </a:t>
            </a:r>
            <a:r>
              <a:rPr lang="en-US" altLang="ko-KR" dirty="0"/>
              <a:t>‘</a:t>
            </a:r>
            <a:r>
              <a:rPr lang="ko-KR" altLang="en-US" dirty="0"/>
              <a:t>추가 학습 자료</a:t>
            </a:r>
            <a:r>
              <a:rPr lang="en-US" altLang="ko-KR" dirty="0"/>
              <a:t>’</a:t>
            </a:r>
            <a:r>
              <a:rPr lang="ko-KR" altLang="en-US" dirty="0"/>
              <a:t> 링크를 통해 공식 문서를 보면</a:t>
            </a:r>
            <a:endParaRPr lang="en-US" altLang="ko-KR" dirty="0"/>
          </a:p>
          <a:p>
            <a:r>
              <a:rPr lang="ko-KR" altLang="en-US" dirty="0" err="1"/>
              <a:t>시맨틱</a:t>
            </a:r>
            <a:r>
              <a:rPr lang="ko-KR" altLang="en-US" dirty="0"/>
              <a:t> 커널과 벡터 데이터베이스를 연결할 수 있는 커넥터들을 많이 지원합니다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Azure Cosmos DB, Redis, MongoDB, Elastic Search</a:t>
            </a:r>
            <a:r>
              <a:rPr lang="ko-KR" altLang="en-US" dirty="0"/>
              <a:t> 등 </a:t>
            </a:r>
            <a:r>
              <a:rPr lang="en-US" altLang="ko-KR" dirty="0"/>
              <a:t>10</a:t>
            </a:r>
            <a:r>
              <a:rPr lang="ko-KR" altLang="en-US" dirty="0"/>
              <a:t>개 이상이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벡터 데이터베이스를 설치해서 사용하면 성능이 좋겠지만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저희는 간단한 실습이 목적이니 </a:t>
            </a:r>
            <a:r>
              <a:rPr lang="ko-KR" altLang="en-US" dirty="0" err="1"/>
              <a:t>시맨틱</a:t>
            </a:r>
            <a:r>
              <a:rPr lang="ko-KR" altLang="en-US" dirty="0"/>
              <a:t> 커널에 내장된 인 메모리 벡터 스토어를 사용하겠습니다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실제 프로덕션 환경에서는 절대로 인메모리 벡터 스토어를 사용하면 안되는 것을 기억해주세요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---------------------</a:t>
            </a:r>
          </a:p>
          <a:p>
            <a:endParaRPr lang="en-US" altLang="ko-KR" dirty="0"/>
          </a:p>
          <a:p>
            <a:r>
              <a:rPr lang="ko-KR" altLang="en-US" dirty="0"/>
              <a:t>인 메모리 스토어 쓰면 안되는 이유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메모리를 </a:t>
            </a:r>
            <a:r>
              <a:rPr lang="en-US" altLang="ko-KR" dirty="0"/>
              <a:t>RAM</a:t>
            </a:r>
            <a:r>
              <a:rPr lang="ko-KR" altLang="en-US" dirty="0" err="1"/>
              <a:t>에</a:t>
            </a:r>
            <a:r>
              <a:rPr lang="ko-KR" altLang="en-US" dirty="0"/>
              <a:t> 저장하기 때문에 서버 다운되면 모든 데이터 사라짐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검색 성능 최적화 부족</a:t>
            </a:r>
            <a:r>
              <a:rPr lang="en-US" altLang="ko-KR" dirty="0"/>
              <a:t>,</a:t>
            </a:r>
            <a:r>
              <a:rPr lang="ko-KR" altLang="en-US" dirty="0"/>
              <a:t> 확장성</a:t>
            </a:r>
            <a:r>
              <a:rPr lang="en-US" altLang="ko-KR" dirty="0"/>
              <a:t>(</a:t>
            </a:r>
            <a:r>
              <a:rPr lang="ko-KR" altLang="en-US" dirty="0"/>
              <a:t>많은 데이터 저장 불가</a:t>
            </a:r>
            <a:r>
              <a:rPr lang="en-US" altLang="ko-KR" dirty="0"/>
              <a:t>)</a:t>
            </a:r>
            <a:r>
              <a:rPr lang="ko-KR" altLang="en-US" dirty="0"/>
              <a:t> 부족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데이터 암호화를 지원하지 않음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진짜 연습용으로만 </a:t>
            </a:r>
            <a:r>
              <a:rPr lang="ko-KR" altLang="en-US" dirty="0" err="1"/>
              <a:t>쓰는거임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5C5C32-B3CA-3403-6570-528237543CE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1DFF8-479B-474F-5DD7-A3AD14CB33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F7BC32-FA91-3E50-36E6-FAF1F5A8D55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A4A37-6F85-2434-B044-2EEAB0D54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11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9BB02-0C05-57C1-372A-C376C6574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B47E8-760A-C79B-E76A-2D0D48D6A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95E1E-00E5-7643-2419-04928348C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벡터 데이터베이스를 통해 </a:t>
            </a:r>
            <a:r>
              <a:rPr lang="en-US" altLang="ko-KR" dirty="0"/>
              <a:t>RAG</a:t>
            </a:r>
            <a:r>
              <a:rPr lang="ko-KR" altLang="en-US" dirty="0" err="1"/>
              <a:t>를</a:t>
            </a:r>
            <a:r>
              <a:rPr lang="ko-KR" altLang="en-US" dirty="0"/>
              <a:t> 구현하고 나면 </a:t>
            </a:r>
            <a:r>
              <a:rPr lang="en-US" altLang="ko-KR" dirty="0"/>
              <a:t>.NET Aspire Dashboard</a:t>
            </a:r>
            <a:r>
              <a:rPr lang="ko-KR" altLang="en-US" dirty="0" err="1"/>
              <a:t>를</a:t>
            </a:r>
            <a:r>
              <a:rPr lang="ko-KR" altLang="en-US" dirty="0"/>
              <a:t> 이용해 모니터링 기능도 구현해보겠습니다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4BF57DE-87A7-F929-3C6F-B7CA004FFE6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66D5F-245B-F24B-BACC-D30119E3F4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2148CB-1D2B-E76E-27C3-898C89BAAFE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F3323-7A43-B3CA-3B26-3413E2C24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04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6F06-59F1-48DB-D5D1-50E98480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515C7-2D51-5571-D951-86A29CE02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4E69B-EA85-AEF4-5A3A-FBBDDA105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K8S</a:t>
            </a:r>
            <a:r>
              <a:rPr lang="ko-KR" altLang="en-US" dirty="0" err="1"/>
              <a:t>를</a:t>
            </a:r>
            <a:r>
              <a:rPr lang="ko-KR" altLang="en-US" dirty="0"/>
              <a:t> 만든 회사인 </a:t>
            </a:r>
            <a:r>
              <a:rPr lang="en-US" altLang="ko-KR" dirty="0"/>
              <a:t>CNCF</a:t>
            </a:r>
            <a:r>
              <a:rPr lang="ko-KR" altLang="en-US" dirty="0"/>
              <a:t>에서 </a:t>
            </a:r>
            <a:r>
              <a:rPr lang="en-US" altLang="ko-KR" dirty="0" err="1"/>
              <a:t>OpenTelemetry</a:t>
            </a:r>
            <a:r>
              <a:rPr lang="ko-KR" altLang="en-US" dirty="0"/>
              <a:t> 프로토콜을 만들었습니다</a:t>
            </a:r>
            <a:r>
              <a:rPr lang="en-US" altLang="ko-KR" dirty="0"/>
              <a:t>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애플리케이션의 요청 흐름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메트릭</a:t>
            </a:r>
            <a:r>
              <a:rPr lang="en-US" altLang="ko-KR" dirty="0"/>
              <a:t>,</a:t>
            </a:r>
            <a:r>
              <a:rPr lang="ko-KR" altLang="en-US" dirty="0"/>
              <a:t> 로그를 모니터링하기 위한 오픈소스인데요</a:t>
            </a:r>
            <a:r>
              <a:rPr lang="en-US" altLang="ko-KR" dirty="0"/>
              <a:t>.</a:t>
            </a:r>
          </a:p>
          <a:p>
            <a:pPr marL="0" marR="0" lvl="0" indent="0" algn="l" defTabSz="914367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33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닷넷 </a:t>
            </a:r>
            <a:r>
              <a:rPr lang="ko-KR" altLang="en-US" dirty="0" err="1"/>
              <a:t>아스파이어</a:t>
            </a:r>
            <a:r>
              <a:rPr lang="ko-KR" altLang="en-US" dirty="0"/>
              <a:t> 대시보드가 바로 이 오픈 </a:t>
            </a:r>
            <a:r>
              <a:rPr lang="ko-KR" altLang="en-US" dirty="0" err="1"/>
              <a:t>텔레메트리</a:t>
            </a:r>
            <a:r>
              <a:rPr lang="ko-KR" altLang="en-US" dirty="0"/>
              <a:t> 프로토콜을 지원합니다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덕분에 사용하는 개발 도구에 얽매이지 않고 쉽게 서비스를 통합하여 모니터링을 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CCC5142-C3B8-9CF3-CB6C-0E6405F9A27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8324A-17B9-C0D8-619B-7BDD8DEAE2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288FDE-BE39-24A3-2F10-7B7E22B2ED3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A5B58-3E7F-77D7-1F01-9A18E4806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54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BE3F9-4B2E-D70F-B177-8CBDD692D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DD12B-0C8D-52B8-D03E-59890E704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5AD58-55C8-DD49-4D29-BA6234438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Justin</a:t>
            </a:r>
            <a:r>
              <a:rPr lang="ko-KR" altLang="en-US" dirty="0" err="1"/>
              <a:t>님께서</a:t>
            </a:r>
            <a:r>
              <a:rPr lang="ko-KR" altLang="en-US" dirty="0"/>
              <a:t> </a:t>
            </a:r>
            <a:r>
              <a:rPr lang="ko-KR" altLang="en-US" dirty="0" err="1"/>
              <a:t>설명해주셨지만</a:t>
            </a:r>
            <a:r>
              <a:rPr lang="ko-KR" altLang="en-US" dirty="0"/>
              <a:t> 잘 기억이 나지 않는 분들이 계실 것 같아요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간단히 닷넷 </a:t>
            </a:r>
            <a:r>
              <a:rPr lang="ko-KR" altLang="en-US" dirty="0" err="1"/>
              <a:t>아스파이어</a:t>
            </a:r>
            <a:r>
              <a:rPr lang="ko-KR" altLang="en-US" dirty="0"/>
              <a:t> 대시보드 사용법을 다시 알려드리겠습니다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대시보드에 들어오면 가장 먼저 이 페이지가 </a:t>
            </a:r>
            <a:r>
              <a:rPr lang="ko-KR" altLang="en-US" dirty="0" err="1"/>
              <a:t>보일텐데요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구조화된 로그 라는 제목 그대로</a:t>
            </a:r>
            <a:r>
              <a:rPr lang="en-US" altLang="ko-KR" dirty="0"/>
              <a:t>,</a:t>
            </a:r>
            <a:r>
              <a:rPr lang="ko-KR" altLang="en-US" dirty="0"/>
              <a:t> 앱에서 기록되는 로그를 볼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어떤 리소스에서</a:t>
            </a:r>
            <a:r>
              <a:rPr lang="en-US" altLang="ko-KR" dirty="0"/>
              <a:t>,</a:t>
            </a:r>
            <a:r>
              <a:rPr lang="ko-KR" altLang="en-US" dirty="0"/>
              <a:t> 언제</a:t>
            </a:r>
            <a:r>
              <a:rPr lang="en-US" altLang="ko-KR" dirty="0"/>
              <a:t>,</a:t>
            </a:r>
            <a:r>
              <a:rPr lang="ko-KR" altLang="en-US" dirty="0"/>
              <a:t> 어떤 로그가 기록되었는지 확인이 가능합니다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C09B26A-8BDB-51FD-9608-BF4322D6859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71B53-0A5D-0940-1524-BC3C75FA038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F092B8-A396-D551-6BD6-C9154F3894F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725F0-93FD-75F6-BBB8-9832CBB4D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63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58E4E-2A04-4C36-ADE4-8EFBF1596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08DFE-6DE9-9406-DA25-715F6F24C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51186-6CF2-08FC-2F37-8262EAFB3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로그 옆의  </a:t>
            </a:r>
            <a:r>
              <a:rPr lang="en-US" altLang="ko-KR" dirty="0"/>
              <a:t>‘</a:t>
            </a:r>
            <a:r>
              <a:rPr lang="ko-KR" altLang="en-US" dirty="0"/>
              <a:t>추적</a:t>
            </a:r>
            <a:r>
              <a:rPr lang="en-US" altLang="ko-KR" dirty="0"/>
              <a:t>’</a:t>
            </a:r>
            <a:r>
              <a:rPr lang="ko-KR" altLang="en-US" dirty="0"/>
              <a:t>을 눌러보면 </a:t>
            </a:r>
            <a:r>
              <a:rPr lang="en-US" altLang="ko-KR" dirty="0"/>
              <a:t>‘</a:t>
            </a:r>
            <a:r>
              <a:rPr lang="ko-KR" altLang="en-US" dirty="0"/>
              <a:t>어떤 이벤트에서 이 로그가 발생했는지</a:t>
            </a:r>
            <a:r>
              <a:rPr lang="en-US" altLang="ko-KR" dirty="0"/>
              <a:t>’</a:t>
            </a:r>
            <a:r>
              <a:rPr lang="ko-KR" altLang="en-US" dirty="0" err="1"/>
              <a:t>를</a:t>
            </a:r>
            <a:r>
              <a:rPr lang="ko-KR" altLang="en-US" dirty="0"/>
              <a:t> 알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꼭 이 페이지가 아니더라도 좌측 메뉴바를 통해 </a:t>
            </a:r>
            <a:r>
              <a:rPr lang="en-US" altLang="ko-KR" dirty="0"/>
              <a:t>‘</a:t>
            </a:r>
            <a:r>
              <a:rPr lang="ko-KR" altLang="en-US" dirty="0"/>
              <a:t>추적</a:t>
            </a:r>
            <a:r>
              <a:rPr lang="en-US" altLang="ko-KR" dirty="0"/>
              <a:t>’</a:t>
            </a:r>
            <a:r>
              <a:rPr lang="ko-KR" altLang="en-US" dirty="0"/>
              <a:t> 페이지로 넘어가서도 확인할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0CA337A-8F6B-DA8B-88D9-2844A53E0D9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DEF28-551A-321E-CAE4-6325458502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777D000-B50E-9691-4884-A16ED5D6BDF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2A728-9B18-C028-3F30-96890EC62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34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58C7-5C1C-4546-C442-EA9F30232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A50781-1386-3F77-73A1-71D831AB0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86D44-922E-AF63-57CE-E70E455A9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추적 페이지에서는 요청이 언제</a:t>
            </a:r>
            <a:r>
              <a:rPr lang="en-US" altLang="ko-KR" dirty="0"/>
              <a:t>,</a:t>
            </a:r>
            <a:r>
              <a:rPr lang="ko-KR" altLang="en-US" dirty="0"/>
              <a:t> 어느정도 범위로 발생했고</a:t>
            </a:r>
            <a:r>
              <a:rPr lang="en-US" altLang="ko-KR" dirty="0"/>
              <a:t>,</a:t>
            </a:r>
            <a:r>
              <a:rPr lang="ko-KR" altLang="en-US" dirty="0"/>
              <a:t> 처리 시간은 얼마나 걸렸는지 알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F18283-7B0A-4148-541D-4020862EDAA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3463-0AB6-576A-CAD9-CCAC1BB5F0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12B10C2-77A8-1645-E062-5A08562D03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58AFB-67FC-BA87-0B38-83B16D899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87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3005B-0DB9-6FD0-200D-F2605D58C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D1FB4-CE87-E94A-0923-C094B786E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A03D4-1127-C4C9-EBA6-E8B487A6B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항목을 눌러보면 더 자세히 확인할 수 있는데요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스크롤을 아래로 쭉 내리면 </a:t>
            </a:r>
            <a:r>
              <a:rPr lang="en-US" altLang="ko-KR" dirty="0"/>
              <a:t>‘</a:t>
            </a:r>
            <a:r>
              <a:rPr lang="ko-KR" altLang="en-US" dirty="0"/>
              <a:t>이벤트</a:t>
            </a:r>
            <a:r>
              <a:rPr lang="en-US" altLang="ko-KR" dirty="0"/>
              <a:t>’</a:t>
            </a:r>
            <a:r>
              <a:rPr lang="ko-KR" altLang="en-US" dirty="0"/>
              <a:t> 섹션이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여기서 여러분이 </a:t>
            </a:r>
            <a:r>
              <a:rPr lang="en-US" altLang="ko-KR" dirty="0"/>
              <a:t>LLM</a:t>
            </a:r>
            <a:r>
              <a:rPr lang="ko-KR" altLang="en-US" dirty="0" err="1"/>
              <a:t>에</a:t>
            </a:r>
            <a:r>
              <a:rPr lang="ko-KR" altLang="en-US" dirty="0"/>
              <a:t> 보낸 요청 또는 응답을 확인할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08A2B7A-664A-B2F1-6050-94E06BA1371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4DCE8-6430-3FD1-9ADD-656133C898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624F54C-B4B7-6989-603D-7B1EAD61A4B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F8BF6-3B7E-774B-7731-24610268D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54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C9619-0B67-0071-0F83-6B6BC9F1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6E923-B20B-7611-E714-135BF3149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46890-67E9-79EA-0036-2E1E18E89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이 부분을 클릭하게 되면</a:t>
            </a:r>
            <a:r>
              <a:rPr lang="en-US" altLang="ko-KR" dirty="0"/>
              <a:t>…</a:t>
            </a:r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1E8E869-AB3B-F319-3684-FF45A597376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55738-5A4D-D235-6A04-20F37856E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F382E58-02ED-BF24-F179-C21B58E0A0B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A8B31-25BB-47A4-D5BE-363137C5D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16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88F30-125C-1C78-5B60-6A180ADFD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344A9-CA22-97A9-1FCB-BE6449750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E8524-F5CD-2265-FAF9-C88C8D93D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what is semantic kernel? </a:t>
            </a:r>
            <a:r>
              <a:rPr lang="ko-KR" altLang="en-US" dirty="0"/>
              <a:t>이라고 요청을 보낸 것을 잘 확인할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3005BBC-83DC-AE31-F1AC-73EFBCBCC75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6917D-7F5E-876C-D617-14FEF17F2C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6095F8-5B7E-F376-80B1-191282464A3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0E24C-74B9-EB04-CD48-537836590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821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E8E6-AB7D-7151-9485-BADE4BF0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C8527-608B-8C20-4A83-4A03B0A6F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F2955-1EE5-1BD6-FB99-468F32A39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메트릭</a:t>
            </a:r>
            <a:r>
              <a:rPr lang="ko-KR" altLang="en-US" dirty="0"/>
              <a:t> 페이지에서는 애플리케이션의 성능</a:t>
            </a:r>
            <a:r>
              <a:rPr lang="en-US" altLang="ko-KR" dirty="0"/>
              <a:t>,</a:t>
            </a:r>
            <a:r>
              <a:rPr lang="ko-KR" altLang="en-US" dirty="0"/>
              <a:t> 상태를 확인할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함수 실행에 걸린 시간</a:t>
            </a:r>
            <a:r>
              <a:rPr lang="en-US" altLang="ko-KR" dirty="0"/>
              <a:t>,</a:t>
            </a:r>
            <a:r>
              <a:rPr lang="ko-KR" altLang="en-US" dirty="0"/>
              <a:t> 토큰을 사용한 양 등을 그래프 또는 표로 확인할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6EA48D5-2168-161F-E968-87039B5DFF3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ACF7A-76A8-58FF-DC4D-DB61EF1965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3EDA28-1DE9-98A7-A0B2-50377302FE0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13642-30F9-C837-C227-88C93D2A2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85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A7415-BC7A-5AD9-FB8E-170810B68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8A04B-0417-2109-B024-357429FE4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79656-07EF-5698-8276-74125757B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여기 </a:t>
            </a:r>
            <a:r>
              <a:rPr lang="en-US" altLang="ko-KR" dirty="0"/>
              <a:t>QR</a:t>
            </a:r>
            <a:r>
              <a:rPr lang="ko-KR" altLang="en-US" dirty="0"/>
              <a:t>코드를 한번 찍어볼까요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..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접속하게 되면 닷넷 </a:t>
            </a:r>
            <a:r>
              <a:rPr lang="ko-KR" altLang="en-US" dirty="0" err="1"/>
              <a:t>아스파이어</a:t>
            </a:r>
            <a:r>
              <a:rPr lang="ko-KR" altLang="en-US" dirty="0"/>
              <a:t> 대시보드의 공식 페이지로 이동하는데요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/>
              <a:t>실습을 진행하다가 헷갈리는 부분이 있다면 </a:t>
            </a:r>
            <a:r>
              <a:rPr lang="ko-KR" altLang="en-US" dirty="0" err="1"/>
              <a:t>참고해보셔도</a:t>
            </a:r>
            <a:r>
              <a:rPr lang="ko-KR" altLang="en-US" dirty="0"/>
              <a:t> 좋을 것 같습니다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761111E-ADB5-FFB9-8B29-D5ECBAD9C32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E8FAF-6220-0936-9207-3F59CD14CE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237D048-C9C9-C10E-6BF1-9422F2F9F40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12:26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B60E7-7104-6E0F-8C76-B3424A126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979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</a:t>
            </a:r>
            <a:r>
              <a:rPr lang="en-US" altLang="ko-KR" dirty="0"/>
              <a:t>,</a:t>
            </a:r>
            <a:r>
              <a:rPr lang="ko-KR" altLang="en-US" dirty="0"/>
              <a:t> 요약하자면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저희가 만든 앱에 </a:t>
            </a:r>
            <a:r>
              <a:rPr lang="ko-KR" altLang="en-US" dirty="0" err="1"/>
              <a:t>롸그</a:t>
            </a:r>
            <a:r>
              <a:rPr lang="ko-KR" altLang="en-US" dirty="0"/>
              <a:t> 기능을 넣어서 </a:t>
            </a:r>
            <a:endParaRPr lang="en-US" altLang="ko-KR" dirty="0"/>
          </a:p>
          <a:p>
            <a:r>
              <a:rPr lang="ko-KR" altLang="en-US" dirty="0"/>
              <a:t>데이터베이스의 내용을 </a:t>
            </a:r>
            <a:r>
              <a:rPr lang="en-US" altLang="ko-KR" dirty="0"/>
              <a:t>LLM</a:t>
            </a:r>
            <a:r>
              <a:rPr lang="ko-KR" altLang="en-US" dirty="0"/>
              <a:t>이 찾아줄 수 있게 </a:t>
            </a:r>
            <a:r>
              <a:rPr lang="ko-KR" altLang="en-US" dirty="0" err="1"/>
              <a:t>만들거에요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dirty="0" err="1"/>
              <a:t>openTelemetryProtocol</a:t>
            </a:r>
            <a:r>
              <a:rPr lang="ko-KR" altLang="en-US" dirty="0"/>
              <a:t>을 지원하는 닷넷 </a:t>
            </a:r>
            <a:r>
              <a:rPr lang="ko-KR" altLang="en-US" dirty="0" err="1"/>
              <a:t>아스파이어</a:t>
            </a:r>
            <a:r>
              <a:rPr lang="ko-KR" altLang="en-US" dirty="0"/>
              <a:t> 대시보드를 연결해</a:t>
            </a:r>
            <a:endParaRPr lang="en-US" altLang="ko-KR" dirty="0"/>
          </a:p>
          <a:p>
            <a:r>
              <a:rPr lang="ko-KR" altLang="en-US" dirty="0"/>
              <a:t>앱의 상태를 전체적으로 한눈에 모니터링 하는 기능도 추가하겠습니다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이제부터 실습을 </a:t>
            </a:r>
            <a:r>
              <a:rPr lang="ko-KR" altLang="en-US" dirty="0" err="1"/>
              <a:t>진행할건데요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마지막 세션이라 다들 많이 피곤하시죠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얼마 </a:t>
            </a:r>
            <a:r>
              <a:rPr lang="ko-KR" altLang="en-US" dirty="0" err="1"/>
              <a:t>안남았으니</a:t>
            </a:r>
            <a:r>
              <a:rPr lang="ko-KR" altLang="en-US" dirty="0"/>
              <a:t> 조금만 더 힘내시고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많이 </a:t>
            </a:r>
            <a:r>
              <a:rPr lang="ko-KR" altLang="en-US" dirty="0" err="1"/>
              <a:t>배워가셨으면</a:t>
            </a:r>
            <a:r>
              <a:rPr lang="ko-KR" altLang="en-US" dirty="0"/>
              <a:t> 좋겠습니다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질문이 있거나 진행에 어려움이 있으시다면 언제든지 손을 </a:t>
            </a:r>
            <a:r>
              <a:rPr lang="ko-KR" altLang="en-US" dirty="0" err="1"/>
              <a:t>들어주시고요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지금까지 </a:t>
            </a:r>
            <a:r>
              <a:rPr lang="ko-KR" altLang="en-US" dirty="0" err="1"/>
              <a:t>윤금재였습니다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K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2/18/25 12:12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77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C61DAB-D93E-49CA-B245-379601CFE8D0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2/18/25 12:12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5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jpe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7.jpe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jpe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B1067A-E7AA-45D2-1010-A0D1FCB96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MS logo gray - EMF" descr="Microsoft logo, gray text version">
            <a:extLst>
              <a:ext uri="{FF2B5EF4-FFF2-40B4-BE49-F238E27FC236}">
                <a16:creationId xmlns:a16="http://schemas.microsoft.com/office/drawing/2014/main" id="{F37CD61D-D807-6B33-7D19-B0A417D060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4AFC23E-201F-B57E-8828-724D2D999B22}"/>
              </a:ext>
            </a:extLst>
          </p:cNvPr>
          <p:cNvSpPr/>
          <p:nvPr userDrawn="1"/>
        </p:nvSpPr>
        <p:spPr>
          <a:xfrm>
            <a:off x="529053" y="2663856"/>
            <a:ext cx="3414297" cy="1504926"/>
          </a:xfrm>
          <a:custGeom>
            <a:avLst/>
            <a:gdLst>
              <a:gd name="connsiteX0" fmla="*/ 542449 w 3308032"/>
              <a:gd name="connsiteY0" fmla="*/ 193453 h 1458087"/>
              <a:gd name="connsiteX1" fmla="*/ 543401 w 3308032"/>
              <a:gd name="connsiteY1" fmla="*/ 148971 h 1458087"/>
              <a:gd name="connsiteX2" fmla="*/ 541211 w 3308032"/>
              <a:gd name="connsiteY2" fmla="*/ 148971 h 1458087"/>
              <a:gd name="connsiteX3" fmla="*/ 534924 w 3308032"/>
              <a:gd name="connsiteY3" fmla="*/ 168497 h 1458087"/>
              <a:gd name="connsiteX4" fmla="*/ 528257 w 3308032"/>
              <a:gd name="connsiteY4" fmla="*/ 186214 h 1458087"/>
              <a:gd name="connsiteX5" fmla="*/ 374618 w 3308032"/>
              <a:gd name="connsiteY5" fmla="*/ 572834 h 1458087"/>
              <a:gd name="connsiteX6" fmla="*/ 310229 w 3308032"/>
              <a:gd name="connsiteY6" fmla="*/ 572834 h 1458087"/>
              <a:gd name="connsiteX7" fmla="*/ 155448 w 3308032"/>
              <a:gd name="connsiteY7" fmla="*/ 189643 h 1458087"/>
              <a:gd name="connsiteX8" fmla="*/ 149352 w 3308032"/>
              <a:gd name="connsiteY8" fmla="*/ 172307 h 1458087"/>
              <a:gd name="connsiteX9" fmla="*/ 141351 w 3308032"/>
              <a:gd name="connsiteY9" fmla="*/ 149066 h 1458087"/>
              <a:gd name="connsiteX10" fmla="*/ 139160 w 3308032"/>
              <a:gd name="connsiteY10" fmla="*/ 149066 h 1458087"/>
              <a:gd name="connsiteX11" fmla="*/ 140303 w 3308032"/>
              <a:gd name="connsiteY11" fmla="*/ 195739 h 1458087"/>
              <a:gd name="connsiteX12" fmla="*/ 140684 w 3308032"/>
              <a:gd name="connsiteY12" fmla="*/ 246507 h 1458087"/>
              <a:gd name="connsiteX13" fmla="*/ 140684 w 3308032"/>
              <a:gd name="connsiteY13" fmla="*/ 572834 h 1458087"/>
              <a:gd name="connsiteX14" fmla="*/ 55817 w 3308032"/>
              <a:gd name="connsiteY14" fmla="*/ 572834 h 1458087"/>
              <a:gd name="connsiteX15" fmla="*/ 55817 w 3308032"/>
              <a:gd name="connsiteY15" fmla="*/ 39243 h 1458087"/>
              <a:gd name="connsiteX16" fmla="*/ 185642 w 3308032"/>
              <a:gd name="connsiteY16" fmla="*/ 39243 h 1458087"/>
              <a:gd name="connsiteX17" fmla="*/ 322231 w 3308032"/>
              <a:gd name="connsiteY17" fmla="*/ 383381 h 1458087"/>
              <a:gd name="connsiteX18" fmla="*/ 334709 w 3308032"/>
              <a:gd name="connsiteY18" fmla="*/ 415576 h 1458087"/>
              <a:gd name="connsiteX19" fmla="*/ 343853 w 3308032"/>
              <a:gd name="connsiteY19" fmla="*/ 444817 h 1458087"/>
              <a:gd name="connsiteX20" fmla="*/ 346043 w 3308032"/>
              <a:gd name="connsiteY20" fmla="*/ 444817 h 1458087"/>
              <a:gd name="connsiteX21" fmla="*/ 358140 w 3308032"/>
              <a:gd name="connsiteY21" fmla="*/ 412433 h 1458087"/>
              <a:gd name="connsiteX22" fmla="*/ 369475 w 3308032"/>
              <a:gd name="connsiteY22" fmla="*/ 382334 h 1458087"/>
              <a:gd name="connsiteX23" fmla="*/ 507873 w 3308032"/>
              <a:gd name="connsiteY23" fmla="*/ 39243 h 1458087"/>
              <a:gd name="connsiteX24" fmla="*/ 632555 w 3308032"/>
              <a:gd name="connsiteY24" fmla="*/ 39243 h 1458087"/>
              <a:gd name="connsiteX25" fmla="*/ 632555 w 3308032"/>
              <a:gd name="connsiteY25" fmla="*/ 572834 h 1458087"/>
              <a:gd name="connsiteX26" fmla="*/ 542163 w 3308032"/>
              <a:gd name="connsiteY26" fmla="*/ 572834 h 1458087"/>
              <a:gd name="connsiteX27" fmla="*/ 542163 w 3308032"/>
              <a:gd name="connsiteY27" fmla="*/ 234220 h 1458087"/>
              <a:gd name="connsiteX28" fmla="*/ 542735 w 3308032"/>
              <a:gd name="connsiteY28" fmla="*/ 193453 h 1458087"/>
              <a:gd name="connsiteX29" fmla="*/ 768001 w 3308032"/>
              <a:gd name="connsiteY29" fmla="*/ 14383 h 1458087"/>
              <a:gd name="connsiteX30" fmla="*/ 728567 w 3308032"/>
              <a:gd name="connsiteY30" fmla="*/ 29623 h 1458087"/>
              <a:gd name="connsiteX31" fmla="*/ 713327 w 3308032"/>
              <a:gd name="connsiteY31" fmla="*/ 67247 h 1458087"/>
              <a:gd name="connsiteX32" fmla="*/ 728567 w 3308032"/>
              <a:gd name="connsiteY32" fmla="*/ 104966 h 1458087"/>
              <a:gd name="connsiteX33" fmla="*/ 768001 w 3308032"/>
              <a:gd name="connsiteY33" fmla="*/ 120777 h 1458087"/>
              <a:gd name="connsiteX34" fmla="*/ 808196 w 3308032"/>
              <a:gd name="connsiteY34" fmla="*/ 105537 h 1458087"/>
              <a:gd name="connsiteX35" fmla="*/ 823436 w 3308032"/>
              <a:gd name="connsiteY35" fmla="*/ 67627 h 1458087"/>
              <a:gd name="connsiteX36" fmla="*/ 808196 w 3308032"/>
              <a:gd name="connsiteY36" fmla="*/ 29718 h 1458087"/>
              <a:gd name="connsiteX37" fmla="*/ 768001 w 3308032"/>
              <a:gd name="connsiteY37" fmla="*/ 14478 h 1458087"/>
              <a:gd name="connsiteX38" fmla="*/ 723329 w 3308032"/>
              <a:gd name="connsiteY38" fmla="*/ 572834 h 1458087"/>
              <a:gd name="connsiteX39" fmla="*/ 812292 w 3308032"/>
              <a:gd name="connsiteY39" fmla="*/ 572834 h 1458087"/>
              <a:gd name="connsiteX40" fmla="*/ 812292 w 3308032"/>
              <a:gd name="connsiteY40" fmla="*/ 191834 h 1458087"/>
              <a:gd name="connsiteX41" fmla="*/ 723329 w 3308032"/>
              <a:gd name="connsiteY41" fmla="*/ 191834 h 1458087"/>
              <a:gd name="connsiteX42" fmla="*/ 723329 w 3308032"/>
              <a:gd name="connsiteY42" fmla="*/ 572834 h 1458087"/>
              <a:gd name="connsiteX43" fmla="*/ 1079278 w 3308032"/>
              <a:gd name="connsiteY43" fmla="*/ 581787 h 1458087"/>
              <a:gd name="connsiteX44" fmla="*/ 1169099 w 3308032"/>
              <a:gd name="connsiteY44" fmla="*/ 561689 h 1458087"/>
              <a:gd name="connsiteX45" fmla="*/ 1234726 w 3308032"/>
              <a:gd name="connsiteY45" fmla="*/ 500253 h 1458087"/>
              <a:gd name="connsiteX46" fmla="*/ 1165860 w 3308032"/>
              <a:gd name="connsiteY46" fmla="*/ 461582 h 1458087"/>
              <a:gd name="connsiteX47" fmla="*/ 1127951 w 3308032"/>
              <a:gd name="connsiteY47" fmla="*/ 497110 h 1458087"/>
              <a:gd name="connsiteX48" fmla="*/ 1081469 w 3308032"/>
              <a:gd name="connsiteY48" fmla="*/ 507683 h 1458087"/>
              <a:gd name="connsiteX49" fmla="*/ 1004126 w 3308032"/>
              <a:gd name="connsiteY49" fmla="*/ 475298 h 1458087"/>
              <a:gd name="connsiteX50" fmla="*/ 975074 w 3308032"/>
              <a:gd name="connsiteY50" fmla="*/ 383000 h 1458087"/>
              <a:gd name="connsiteX51" fmla="*/ 1004506 w 3308032"/>
              <a:gd name="connsiteY51" fmla="*/ 288512 h 1458087"/>
              <a:gd name="connsiteX52" fmla="*/ 1079278 w 3308032"/>
              <a:gd name="connsiteY52" fmla="*/ 254699 h 1458087"/>
              <a:gd name="connsiteX53" fmla="*/ 1125379 w 3308032"/>
              <a:gd name="connsiteY53" fmla="*/ 265462 h 1458087"/>
              <a:gd name="connsiteX54" fmla="*/ 1162622 w 3308032"/>
              <a:gd name="connsiteY54" fmla="*/ 301943 h 1458087"/>
              <a:gd name="connsiteX55" fmla="*/ 1232535 w 3308032"/>
              <a:gd name="connsiteY55" fmla="*/ 267367 h 1458087"/>
              <a:gd name="connsiteX56" fmla="*/ 1172432 w 3308032"/>
              <a:gd name="connsiteY56" fmla="*/ 204311 h 1458087"/>
              <a:gd name="connsiteX57" fmla="*/ 1082231 w 3308032"/>
              <a:gd name="connsiteY57" fmla="*/ 182880 h 1458087"/>
              <a:gd name="connsiteX58" fmla="*/ 939356 w 3308032"/>
              <a:gd name="connsiteY58" fmla="*/ 238125 h 1458087"/>
              <a:gd name="connsiteX59" fmla="*/ 884301 w 3308032"/>
              <a:gd name="connsiteY59" fmla="*/ 389001 h 1458087"/>
              <a:gd name="connsiteX60" fmla="*/ 936022 w 3308032"/>
              <a:gd name="connsiteY60" fmla="*/ 528923 h 1458087"/>
              <a:gd name="connsiteX61" fmla="*/ 1079278 w 3308032"/>
              <a:gd name="connsiteY61" fmla="*/ 581787 h 1458087"/>
              <a:gd name="connsiteX62" fmla="*/ 1393031 w 3308032"/>
              <a:gd name="connsiteY62" fmla="*/ 384524 h 1458087"/>
              <a:gd name="connsiteX63" fmla="*/ 1416653 w 3308032"/>
              <a:gd name="connsiteY63" fmla="*/ 296323 h 1458087"/>
              <a:gd name="connsiteX64" fmla="*/ 1478566 w 3308032"/>
              <a:gd name="connsiteY64" fmla="*/ 262795 h 1458087"/>
              <a:gd name="connsiteX65" fmla="*/ 1501807 w 3308032"/>
              <a:gd name="connsiteY65" fmla="*/ 265176 h 1458087"/>
              <a:gd name="connsiteX66" fmla="*/ 1523619 w 3308032"/>
              <a:gd name="connsiteY66" fmla="*/ 271653 h 1458087"/>
              <a:gd name="connsiteX67" fmla="*/ 1547432 w 3308032"/>
              <a:gd name="connsiteY67" fmla="*/ 195739 h 1458087"/>
              <a:gd name="connsiteX68" fmla="*/ 1521047 w 3308032"/>
              <a:gd name="connsiteY68" fmla="*/ 187166 h 1458087"/>
              <a:gd name="connsiteX69" fmla="*/ 1494282 w 3308032"/>
              <a:gd name="connsiteY69" fmla="*/ 184975 h 1458087"/>
              <a:gd name="connsiteX70" fmla="*/ 1433989 w 3308032"/>
              <a:gd name="connsiteY70" fmla="*/ 204502 h 1458087"/>
              <a:gd name="connsiteX71" fmla="*/ 1394555 w 3308032"/>
              <a:gd name="connsiteY71" fmla="*/ 260509 h 1458087"/>
              <a:gd name="connsiteX72" fmla="*/ 1393031 w 3308032"/>
              <a:gd name="connsiteY72" fmla="*/ 260509 h 1458087"/>
              <a:gd name="connsiteX73" fmla="*/ 1393031 w 3308032"/>
              <a:gd name="connsiteY73" fmla="*/ 191643 h 1458087"/>
              <a:gd name="connsiteX74" fmla="*/ 1304068 w 3308032"/>
              <a:gd name="connsiteY74" fmla="*/ 191643 h 1458087"/>
              <a:gd name="connsiteX75" fmla="*/ 1304068 w 3308032"/>
              <a:gd name="connsiteY75" fmla="*/ 572643 h 1458087"/>
              <a:gd name="connsiteX76" fmla="*/ 1393031 w 3308032"/>
              <a:gd name="connsiteY76" fmla="*/ 572643 h 1458087"/>
              <a:gd name="connsiteX77" fmla="*/ 1393031 w 3308032"/>
              <a:gd name="connsiteY77" fmla="*/ 384334 h 1458087"/>
              <a:gd name="connsiteX78" fmla="*/ 1621917 w 3308032"/>
              <a:gd name="connsiteY78" fmla="*/ 528542 h 1458087"/>
              <a:gd name="connsiteX79" fmla="*/ 1568482 w 3308032"/>
              <a:gd name="connsiteY79" fmla="*/ 385286 h 1458087"/>
              <a:gd name="connsiteX80" fmla="*/ 1625060 w 3308032"/>
              <a:gd name="connsiteY80" fmla="*/ 238506 h 1458087"/>
              <a:gd name="connsiteX81" fmla="*/ 1771269 w 3308032"/>
              <a:gd name="connsiteY81" fmla="*/ 182880 h 1458087"/>
              <a:gd name="connsiteX82" fmla="*/ 1914335 w 3308032"/>
              <a:gd name="connsiteY82" fmla="*/ 237554 h 1458087"/>
              <a:gd name="connsiteX83" fmla="*/ 1966627 w 3308032"/>
              <a:gd name="connsiteY83" fmla="*/ 378905 h 1458087"/>
              <a:gd name="connsiteX84" fmla="*/ 1911572 w 3308032"/>
              <a:gd name="connsiteY84" fmla="*/ 524542 h 1458087"/>
              <a:gd name="connsiteX85" fmla="*/ 1766126 w 3308032"/>
              <a:gd name="connsiteY85" fmla="*/ 581692 h 1458087"/>
              <a:gd name="connsiteX86" fmla="*/ 1621917 w 3308032"/>
              <a:gd name="connsiteY86" fmla="*/ 528447 h 1458087"/>
              <a:gd name="connsiteX87" fmla="*/ 1659350 w 3308032"/>
              <a:gd name="connsiteY87" fmla="*/ 383477 h 1458087"/>
              <a:gd name="connsiteX88" fmla="*/ 1688973 w 3308032"/>
              <a:gd name="connsiteY88" fmla="*/ 476155 h 1458087"/>
              <a:gd name="connsiteX89" fmla="*/ 1769555 w 3308032"/>
              <a:gd name="connsiteY89" fmla="*/ 509969 h 1458087"/>
              <a:gd name="connsiteX90" fmla="*/ 1847850 w 3308032"/>
              <a:gd name="connsiteY90" fmla="*/ 475012 h 1458087"/>
              <a:gd name="connsiteX91" fmla="*/ 1875568 w 3308032"/>
              <a:gd name="connsiteY91" fmla="*/ 381286 h 1458087"/>
              <a:gd name="connsiteX92" fmla="*/ 1847660 w 3308032"/>
              <a:gd name="connsiteY92" fmla="*/ 289750 h 1458087"/>
              <a:gd name="connsiteX93" fmla="*/ 1769174 w 3308032"/>
              <a:gd name="connsiteY93" fmla="*/ 255175 h 1458087"/>
              <a:gd name="connsiteX94" fmla="*/ 1689354 w 3308032"/>
              <a:gd name="connsiteY94" fmla="*/ 290894 h 1458087"/>
              <a:gd name="connsiteX95" fmla="*/ 1659446 w 3308032"/>
              <a:gd name="connsiteY95" fmla="*/ 383572 h 1458087"/>
              <a:gd name="connsiteX96" fmla="*/ 2267426 w 3308032"/>
              <a:gd name="connsiteY96" fmla="*/ 547878 h 1458087"/>
              <a:gd name="connsiteX97" fmla="*/ 2308003 w 3308032"/>
              <a:gd name="connsiteY97" fmla="*/ 458915 h 1458087"/>
              <a:gd name="connsiteX98" fmla="*/ 2276761 w 3308032"/>
              <a:gd name="connsiteY98" fmla="*/ 380048 h 1458087"/>
              <a:gd name="connsiteX99" fmla="*/ 2182273 w 3308032"/>
              <a:gd name="connsiteY99" fmla="*/ 339471 h 1458087"/>
              <a:gd name="connsiteX100" fmla="*/ 2127028 w 3308032"/>
              <a:gd name="connsiteY100" fmla="*/ 321278 h 1458087"/>
              <a:gd name="connsiteX101" fmla="*/ 2112359 w 3308032"/>
              <a:gd name="connsiteY101" fmla="*/ 292227 h 1458087"/>
              <a:gd name="connsiteX102" fmla="*/ 2126456 w 3308032"/>
              <a:gd name="connsiteY102" fmla="*/ 261366 h 1458087"/>
              <a:gd name="connsiteX103" fmla="*/ 2167795 w 3308032"/>
              <a:gd name="connsiteY103" fmla="*/ 249460 h 1458087"/>
              <a:gd name="connsiteX104" fmla="*/ 2211515 w 3308032"/>
              <a:gd name="connsiteY104" fmla="*/ 258413 h 1458087"/>
              <a:gd name="connsiteX105" fmla="*/ 2247043 w 3308032"/>
              <a:gd name="connsiteY105" fmla="*/ 285179 h 1458087"/>
              <a:gd name="connsiteX106" fmla="*/ 2298764 w 3308032"/>
              <a:gd name="connsiteY106" fmla="*/ 238316 h 1458087"/>
              <a:gd name="connsiteX107" fmla="*/ 2243328 w 3308032"/>
              <a:gd name="connsiteY107" fmla="*/ 196596 h 1458087"/>
              <a:gd name="connsiteX108" fmla="*/ 2170367 w 3308032"/>
              <a:gd name="connsiteY108" fmla="*/ 182785 h 1458087"/>
              <a:gd name="connsiteX109" fmla="*/ 2069211 w 3308032"/>
              <a:gd name="connsiteY109" fmla="*/ 214598 h 1458087"/>
              <a:gd name="connsiteX110" fmla="*/ 2029015 w 3308032"/>
              <a:gd name="connsiteY110" fmla="*/ 302228 h 1458087"/>
              <a:gd name="connsiteX111" fmla="*/ 2058638 w 3308032"/>
              <a:gd name="connsiteY111" fmla="*/ 375380 h 1458087"/>
              <a:gd name="connsiteX112" fmla="*/ 2163032 w 3308032"/>
              <a:gd name="connsiteY112" fmla="*/ 417957 h 1458087"/>
              <a:gd name="connsiteX113" fmla="*/ 2208943 w 3308032"/>
              <a:gd name="connsiteY113" fmla="*/ 435959 h 1458087"/>
              <a:gd name="connsiteX114" fmla="*/ 2224373 w 3308032"/>
              <a:gd name="connsiteY114" fmla="*/ 467011 h 1458087"/>
              <a:gd name="connsiteX115" fmla="*/ 2207990 w 3308032"/>
              <a:gd name="connsiteY115" fmla="*/ 502158 h 1458087"/>
              <a:gd name="connsiteX116" fmla="*/ 2162271 w 3308032"/>
              <a:gd name="connsiteY116" fmla="*/ 514636 h 1458087"/>
              <a:gd name="connsiteX117" fmla="*/ 2112645 w 3308032"/>
              <a:gd name="connsiteY117" fmla="*/ 502920 h 1458087"/>
              <a:gd name="connsiteX118" fmla="*/ 2068163 w 3308032"/>
              <a:gd name="connsiteY118" fmla="*/ 463677 h 1458087"/>
              <a:gd name="connsiteX119" fmla="*/ 2014633 w 3308032"/>
              <a:gd name="connsiteY119" fmla="*/ 511683 h 1458087"/>
              <a:gd name="connsiteX120" fmla="*/ 2074926 w 3308032"/>
              <a:gd name="connsiteY120" fmla="*/ 563785 h 1458087"/>
              <a:gd name="connsiteX121" fmla="*/ 2161604 w 3308032"/>
              <a:gd name="connsiteY121" fmla="*/ 581692 h 1458087"/>
              <a:gd name="connsiteX122" fmla="*/ 2267617 w 3308032"/>
              <a:gd name="connsiteY122" fmla="*/ 547878 h 1458087"/>
              <a:gd name="connsiteX123" fmla="*/ 2717292 w 3308032"/>
              <a:gd name="connsiteY123" fmla="*/ 237554 h 1458087"/>
              <a:gd name="connsiteX124" fmla="*/ 2769584 w 3308032"/>
              <a:gd name="connsiteY124" fmla="*/ 378905 h 1458087"/>
              <a:gd name="connsiteX125" fmla="*/ 2714530 w 3308032"/>
              <a:gd name="connsiteY125" fmla="*/ 524542 h 1458087"/>
              <a:gd name="connsiteX126" fmla="*/ 2569083 w 3308032"/>
              <a:gd name="connsiteY126" fmla="*/ 581692 h 1458087"/>
              <a:gd name="connsiteX127" fmla="*/ 2424875 w 3308032"/>
              <a:gd name="connsiteY127" fmla="*/ 528447 h 1458087"/>
              <a:gd name="connsiteX128" fmla="*/ 2371439 w 3308032"/>
              <a:gd name="connsiteY128" fmla="*/ 385191 h 1458087"/>
              <a:gd name="connsiteX129" fmla="*/ 2428018 w 3308032"/>
              <a:gd name="connsiteY129" fmla="*/ 238411 h 1458087"/>
              <a:gd name="connsiteX130" fmla="*/ 2574227 w 3308032"/>
              <a:gd name="connsiteY130" fmla="*/ 182785 h 1458087"/>
              <a:gd name="connsiteX131" fmla="*/ 2717292 w 3308032"/>
              <a:gd name="connsiteY131" fmla="*/ 237458 h 1458087"/>
              <a:gd name="connsiteX132" fmla="*/ 2678430 w 3308032"/>
              <a:gd name="connsiteY132" fmla="*/ 381191 h 1458087"/>
              <a:gd name="connsiteX133" fmla="*/ 2650522 w 3308032"/>
              <a:gd name="connsiteY133" fmla="*/ 289655 h 1458087"/>
              <a:gd name="connsiteX134" fmla="*/ 2572036 w 3308032"/>
              <a:gd name="connsiteY134" fmla="*/ 255079 h 1458087"/>
              <a:gd name="connsiteX135" fmla="*/ 2492216 w 3308032"/>
              <a:gd name="connsiteY135" fmla="*/ 290798 h 1458087"/>
              <a:gd name="connsiteX136" fmla="*/ 2462308 w 3308032"/>
              <a:gd name="connsiteY136" fmla="*/ 383477 h 1458087"/>
              <a:gd name="connsiteX137" fmla="*/ 2491931 w 3308032"/>
              <a:gd name="connsiteY137" fmla="*/ 476155 h 1458087"/>
              <a:gd name="connsiteX138" fmla="*/ 2572512 w 3308032"/>
              <a:gd name="connsiteY138" fmla="*/ 509969 h 1458087"/>
              <a:gd name="connsiteX139" fmla="*/ 2650808 w 3308032"/>
              <a:gd name="connsiteY139" fmla="*/ 475012 h 1458087"/>
              <a:gd name="connsiteX140" fmla="*/ 2678525 w 3308032"/>
              <a:gd name="connsiteY140" fmla="*/ 381286 h 1458087"/>
              <a:gd name="connsiteX141" fmla="*/ 3280410 w 3308032"/>
              <a:gd name="connsiteY141" fmla="*/ 494729 h 1458087"/>
              <a:gd name="connsiteX142" fmla="*/ 3257360 w 3308032"/>
              <a:gd name="connsiteY142" fmla="*/ 507397 h 1458087"/>
              <a:gd name="connsiteX143" fmla="*/ 3236500 w 3308032"/>
              <a:gd name="connsiteY143" fmla="*/ 511112 h 1458087"/>
              <a:gd name="connsiteX144" fmla="*/ 3205258 w 3308032"/>
              <a:gd name="connsiteY144" fmla="*/ 497872 h 1458087"/>
              <a:gd name="connsiteX145" fmla="*/ 3194114 w 3308032"/>
              <a:gd name="connsiteY145" fmla="*/ 456724 h 1458087"/>
              <a:gd name="connsiteX146" fmla="*/ 3194114 w 3308032"/>
              <a:gd name="connsiteY146" fmla="*/ 260985 h 1458087"/>
              <a:gd name="connsiteX147" fmla="*/ 3291269 w 3308032"/>
              <a:gd name="connsiteY147" fmla="*/ 260985 h 1458087"/>
              <a:gd name="connsiteX148" fmla="*/ 3291269 w 3308032"/>
              <a:gd name="connsiteY148" fmla="*/ 191738 h 1458087"/>
              <a:gd name="connsiteX149" fmla="*/ 3194114 w 3308032"/>
              <a:gd name="connsiteY149" fmla="*/ 191738 h 1458087"/>
              <a:gd name="connsiteX150" fmla="*/ 3194114 w 3308032"/>
              <a:gd name="connsiteY150" fmla="*/ 82677 h 1458087"/>
              <a:gd name="connsiteX151" fmla="*/ 3105150 w 3308032"/>
              <a:gd name="connsiteY151" fmla="*/ 98298 h 1458087"/>
              <a:gd name="connsiteX152" fmla="*/ 3105150 w 3308032"/>
              <a:gd name="connsiteY152" fmla="*/ 191643 h 1458087"/>
              <a:gd name="connsiteX153" fmla="*/ 2957227 w 3308032"/>
              <a:gd name="connsiteY153" fmla="*/ 191643 h 1458087"/>
              <a:gd name="connsiteX154" fmla="*/ 2957227 w 3308032"/>
              <a:gd name="connsiteY154" fmla="*/ 130969 h 1458087"/>
              <a:gd name="connsiteX155" fmla="*/ 2970086 w 3308032"/>
              <a:gd name="connsiteY155" fmla="*/ 86297 h 1458087"/>
              <a:gd name="connsiteX156" fmla="*/ 3006757 w 3308032"/>
              <a:gd name="connsiteY156" fmla="*/ 71438 h 1458087"/>
              <a:gd name="connsiteX157" fmla="*/ 3029236 w 3308032"/>
              <a:gd name="connsiteY157" fmla="*/ 74962 h 1458087"/>
              <a:gd name="connsiteX158" fmla="*/ 3049143 w 3308032"/>
              <a:gd name="connsiteY158" fmla="*/ 84868 h 1458087"/>
              <a:gd name="connsiteX159" fmla="*/ 3085624 w 3308032"/>
              <a:gd name="connsiteY159" fmla="*/ 20479 h 1458087"/>
              <a:gd name="connsiteX160" fmla="*/ 3045429 w 3308032"/>
              <a:gd name="connsiteY160" fmla="*/ 5048 h 1458087"/>
              <a:gd name="connsiteX161" fmla="*/ 3003042 w 3308032"/>
              <a:gd name="connsiteY161" fmla="*/ 0 h 1458087"/>
              <a:gd name="connsiteX162" fmla="*/ 2903887 w 3308032"/>
              <a:gd name="connsiteY162" fmla="*/ 34957 h 1458087"/>
              <a:gd name="connsiteX163" fmla="*/ 2868740 w 3308032"/>
              <a:gd name="connsiteY163" fmla="*/ 130207 h 1458087"/>
              <a:gd name="connsiteX164" fmla="*/ 2868740 w 3308032"/>
              <a:gd name="connsiteY164" fmla="*/ 191643 h 1458087"/>
              <a:gd name="connsiteX165" fmla="*/ 2803970 w 3308032"/>
              <a:gd name="connsiteY165" fmla="*/ 191643 h 1458087"/>
              <a:gd name="connsiteX166" fmla="*/ 2803970 w 3308032"/>
              <a:gd name="connsiteY166" fmla="*/ 260890 h 1458087"/>
              <a:gd name="connsiteX167" fmla="*/ 2868740 w 3308032"/>
              <a:gd name="connsiteY167" fmla="*/ 260890 h 1458087"/>
              <a:gd name="connsiteX168" fmla="*/ 2868740 w 3308032"/>
              <a:gd name="connsiteY168" fmla="*/ 572643 h 1458087"/>
              <a:gd name="connsiteX169" fmla="*/ 2957322 w 3308032"/>
              <a:gd name="connsiteY169" fmla="*/ 572643 h 1458087"/>
              <a:gd name="connsiteX170" fmla="*/ 2957322 w 3308032"/>
              <a:gd name="connsiteY170" fmla="*/ 260890 h 1458087"/>
              <a:gd name="connsiteX171" fmla="*/ 3105246 w 3308032"/>
              <a:gd name="connsiteY171" fmla="*/ 260890 h 1458087"/>
              <a:gd name="connsiteX172" fmla="*/ 3105246 w 3308032"/>
              <a:gd name="connsiteY172" fmla="*/ 469297 h 1458087"/>
              <a:gd name="connsiteX173" fmla="*/ 3133535 w 3308032"/>
              <a:gd name="connsiteY173" fmla="*/ 553022 h 1458087"/>
              <a:gd name="connsiteX174" fmla="*/ 3218021 w 3308032"/>
              <a:gd name="connsiteY174" fmla="*/ 581692 h 1458087"/>
              <a:gd name="connsiteX175" fmla="*/ 3269171 w 3308032"/>
              <a:gd name="connsiteY175" fmla="*/ 574453 h 1458087"/>
              <a:gd name="connsiteX176" fmla="*/ 3308033 w 3308032"/>
              <a:gd name="connsiteY176" fmla="*/ 554926 h 1458087"/>
              <a:gd name="connsiteX177" fmla="*/ 3280505 w 3308032"/>
              <a:gd name="connsiteY177" fmla="*/ 494633 h 1458087"/>
              <a:gd name="connsiteX178" fmla="*/ 301181 w 3308032"/>
              <a:gd name="connsiteY178" fmla="*/ 915543 h 1458087"/>
              <a:gd name="connsiteX179" fmla="*/ 497300 w 3308032"/>
              <a:gd name="connsiteY179" fmla="*/ 1449134 h 1458087"/>
              <a:gd name="connsiteX180" fmla="*/ 399860 w 3308032"/>
              <a:gd name="connsiteY180" fmla="*/ 1449134 h 1458087"/>
              <a:gd name="connsiteX181" fmla="*/ 354139 w 3308032"/>
              <a:gd name="connsiteY181" fmla="*/ 1324166 h 1458087"/>
              <a:gd name="connsiteX182" fmla="*/ 140970 w 3308032"/>
              <a:gd name="connsiteY182" fmla="*/ 1324166 h 1458087"/>
              <a:gd name="connsiteX183" fmla="*/ 97441 w 3308032"/>
              <a:gd name="connsiteY183" fmla="*/ 1449134 h 1458087"/>
              <a:gd name="connsiteX184" fmla="*/ 0 w 3308032"/>
              <a:gd name="connsiteY184" fmla="*/ 1449134 h 1458087"/>
              <a:gd name="connsiteX185" fmla="*/ 197930 w 3308032"/>
              <a:gd name="connsiteY185" fmla="*/ 915543 h 1458087"/>
              <a:gd name="connsiteX186" fmla="*/ 301371 w 3308032"/>
              <a:gd name="connsiteY186" fmla="*/ 915543 h 1458087"/>
              <a:gd name="connsiteX187" fmla="*/ 329851 w 3308032"/>
              <a:gd name="connsiteY187" fmla="*/ 1247108 h 1458087"/>
              <a:gd name="connsiteX188" fmla="*/ 257651 w 3308032"/>
              <a:gd name="connsiteY188" fmla="*/ 1037654 h 1458087"/>
              <a:gd name="connsiteX189" fmla="*/ 252984 w 3308032"/>
              <a:gd name="connsiteY189" fmla="*/ 1022795 h 1458087"/>
              <a:gd name="connsiteX190" fmla="*/ 248317 w 3308032"/>
              <a:gd name="connsiteY190" fmla="*/ 1006412 h 1458087"/>
              <a:gd name="connsiteX191" fmla="*/ 246126 w 3308032"/>
              <a:gd name="connsiteY191" fmla="*/ 1006412 h 1458087"/>
              <a:gd name="connsiteX192" fmla="*/ 241459 w 3308032"/>
              <a:gd name="connsiteY192" fmla="*/ 1022223 h 1458087"/>
              <a:gd name="connsiteX193" fmla="*/ 236411 w 3308032"/>
              <a:gd name="connsiteY193" fmla="*/ 1037654 h 1458087"/>
              <a:gd name="connsiteX194" fmla="*/ 164973 w 3308032"/>
              <a:gd name="connsiteY194" fmla="*/ 1247108 h 1458087"/>
              <a:gd name="connsiteX195" fmla="*/ 329756 w 3308032"/>
              <a:gd name="connsiteY195" fmla="*/ 1247108 h 1458087"/>
              <a:gd name="connsiteX196" fmla="*/ 557403 w 3308032"/>
              <a:gd name="connsiteY196" fmla="*/ 1449134 h 1458087"/>
              <a:gd name="connsiteX197" fmla="*/ 648557 w 3308032"/>
              <a:gd name="connsiteY197" fmla="*/ 1449134 h 1458087"/>
              <a:gd name="connsiteX198" fmla="*/ 648557 w 3308032"/>
              <a:gd name="connsiteY198" fmla="*/ 915543 h 1458087"/>
              <a:gd name="connsiteX199" fmla="*/ 557403 w 3308032"/>
              <a:gd name="connsiteY199" fmla="*/ 915543 h 1458087"/>
              <a:gd name="connsiteX200" fmla="*/ 557403 w 3308032"/>
              <a:gd name="connsiteY200" fmla="*/ 1449134 h 1458087"/>
              <a:gd name="connsiteX201" fmla="*/ 1271778 w 3308032"/>
              <a:gd name="connsiteY201" fmla="*/ 915543 h 1458087"/>
              <a:gd name="connsiteX202" fmla="*/ 883730 w 3308032"/>
              <a:gd name="connsiteY202" fmla="*/ 915543 h 1458087"/>
              <a:gd name="connsiteX203" fmla="*/ 883730 w 3308032"/>
              <a:gd name="connsiteY203" fmla="*/ 992600 h 1458087"/>
              <a:gd name="connsiteX204" fmla="*/ 1031843 w 3308032"/>
              <a:gd name="connsiteY204" fmla="*/ 992600 h 1458087"/>
              <a:gd name="connsiteX205" fmla="*/ 1031843 w 3308032"/>
              <a:gd name="connsiteY205" fmla="*/ 1449134 h 1458087"/>
              <a:gd name="connsiteX206" fmla="*/ 1122998 w 3308032"/>
              <a:gd name="connsiteY206" fmla="*/ 1449134 h 1458087"/>
              <a:gd name="connsiteX207" fmla="*/ 1122998 w 3308032"/>
              <a:gd name="connsiteY207" fmla="*/ 992600 h 1458087"/>
              <a:gd name="connsiteX208" fmla="*/ 1271778 w 3308032"/>
              <a:gd name="connsiteY208" fmla="*/ 992600 h 1458087"/>
              <a:gd name="connsiteX209" fmla="*/ 1271778 w 3308032"/>
              <a:gd name="connsiteY209" fmla="*/ 915543 h 1458087"/>
              <a:gd name="connsiteX210" fmla="*/ 1581340 w 3308032"/>
              <a:gd name="connsiteY210" fmla="*/ 1113854 h 1458087"/>
              <a:gd name="connsiteX211" fmla="*/ 1633633 w 3308032"/>
              <a:gd name="connsiteY211" fmla="*/ 1255205 h 1458087"/>
              <a:gd name="connsiteX212" fmla="*/ 1578578 w 3308032"/>
              <a:gd name="connsiteY212" fmla="*/ 1400842 h 1458087"/>
              <a:gd name="connsiteX213" fmla="*/ 1433132 w 3308032"/>
              <a:gd name="connsiteY213" fmla="*/ 1457992 h 1458087"/>
              <a:gd name="connsiteX214" fmla="*/ 1288923 w 3308032"/>
              <a:gd name="connsiteY214" fmla="*/ 1404747 h 1458087"/>
              <a:gd name="connsiteX215" fmla="*/ 1235488 w 3308032"/>
              <a:gd name="connsiteY215" fmla="*/ 1261491 h 1458087"/>
              <a:gd name="connsiteX216" fmla="*/ 1292066 w 3308032"/>
              <a:gd name="connsiteY216" fmla="*/ 1114711 h 1458087"/>
              <a:gd name="connsiteX217" fmla="*/ 1438275 w 3308032"/>
              <a:gd name="connsiteY217" fmla="*/ 1059085 h 1458087"/>
              <a:gd name="connsiteX218" fmla="*/ 1581340 w 3308032"/>
              <a:gd name="connsiteY218" fmla="*/ 1113758 h 1458087"/>
              <a:gd name="connsiteX219" fmla="*/ 1542479 w 3308032"/>
              <a:gd name="connsiteY219" fmla="*/ 1257491 h 1458087"/>
              <a:gd name="connsiteX220" fmla="*/ 1514570 w 3308032"/>
              <a:gd name="connsiteY220" fmla="*/ 1165955 h 1458087"/>
              <a:gd name="connsiteX221" fmla="*/ 1436084 w 3308032"/>
              <a:gd name="connsiteY221" fmla="*/ 1131380 h 1458087"/>
              <a:gd name="connsiteX222" fmla="*/ 1356265 w 3308032"/>
              <a:gd name="connsiteY222" fmla="*/ 1167098 h 1458087"/>
              <a:gd name="connsiteX223" fmla="*/ 1326356 w 3308032"/>
              <a:gd name="connsiteY223" fmla="*/ 1259777 h 1458087"/>
              <a:gd name="connsiteX224" fmla="*/ 1355979 w 3308032"/>
              <a:gd name="connsiteY224" fmla="*/ 1352455 h 1458087"/>
              <a:gd name="connsiteX225" fmla="*/ 1436561 w 3308032"/>
              <a:gd name="connsiteY225" fmla="*/ 1386269 h 1458087"/>
              <a:gd name="connsiteX226" fmla="*/ 1514856 w 3308032"/>
              <a:gd name="connsiteY226" fmla="*/ 1351312 h 1458087"/>
              <a:gd name="connsiteX227" fmla="*/ 1542574 w 3308032"/>
              <a:gd name="connsiteY227" fmla="*/ 1257586 h 1458087"/>
              <a:gd name="connsiteX228" fmla="*/ 1951577 w 3308032"/>
              <a:gd name="connsiteY228" fmla="*/ 1285399 h 1458087"/>
              <a:gd name="connsiteX229" fmla="*/ 1926622 w 3308032"/>
              <a:gd name="connsiteY229" fmla="*/ 1357598 h 1458087"/>
              <a:gd name="connsiteX230" fmla="*/ 1862233 w 3308032"/>
              <a:gd name="connsiteY230" fmla="*/ 1386269 h 1458087"/>
              <a:gd name="connsiteX231" fmla="*/ 1805273 w 3308032"/>
              <a:gd name="connsiteY231" fmla="*/ 1362266 h 1458087"/>
              <a:gd name="connsiteX232" fmla="*/ 1787081 w 3308032"/>
              <a:gd name="connsiteY232" fmla="*/ 1290638 h 1458087"/>
              <a:gd name="connsiteX233" fmla="*/ 1787081 w 3308032"/>
              <a:gd name="connsiteY233" fmla="*/ 1068134 h 1458087"/>
              <a:gd name="connsiteX234" fmla="*/ 1698498 w 3308032"/>
              <a:gd name="connsiteY234" fmla="*/ 1068134 h 1458087"/>
              <a:gd name="connsiteX235" fmla="*/ 1698498 w 3308032"/>
              <a:gd name="connsiteY235" fmla="*/ 1302544 h 1458087"/>
              <a:gd name="connsiteX236" fmla="*/ 1732502 w 3308032"/>
              <a:gd name="connsiteY236" fmla="*/ 1418463 h 1458087"/>
              <a:gd name="connsiteX237" fmla="*/ 1833563 w 3308032"/>
              <a:gd name="connsiteY237" fmla="*/ 1458087 h 1458087"/>
              <a:gd name="connsiteX238" fmla="*/ 1899571 w 3308032"/>
              <a:gd name="connsiteY238" fmla="*/ 1441514 h 1458087"/>
              <a:gd name="connsiteX239" fmla="*/ 1949577 w 3308032"/>
              <a:gd name="connsiteY239" fmla="*/ 1397413 h 1458087"/>
              <a:gd name="connsiteX240" fmla="*/ 1951482 w 3308032"/>
              <a:gd name="connsiteY240" fmla="*/ 1397413 h 1458087"/>
              <a:gd name="connsiteX241" fmla="*/ 1951482 w 3308032"/>
              <a:gd name="connsiteY241" fmla="*/ 1449134 h 1458087"/>
              <a:gd name="connsiteX242" fmla="*/ 2040446 w 3308032"/>
              <a:gd name="connsiteY242" fmla="*/ 1449134 h 1458087"/>
              <a:gd name="connsiteX243" fmla="*/ 2040446 w 3308032"/>
              <a:gd name="connsiteY243" fmla="*/ 1068134 h 1458087"/>
              <a:gd name="connsiteX244" fmla="*/ 1951482 w 3308032"/>
              <a:gd name="connsiteY244" fmla="*/ 1068134 h 1458087"/>
              <a:gd name="connsiteX245" fmla="*/ 1951482 w 3308032"/>
              <a:gd name="connsiteY245" fmla="*/ 1285399 h 1458087"/>
              <a:gd name="connsiteX246" fmla="*/ 2326767 w 3308032"/>
              <a:gd name="connsiteY246" fmla="*/ 1061466 h 1458087"/>
              <a:gd name="connsiteX247" fmla="*/ 2266474 w 3308032"/>
              <a:gd name="connsiteY247" fmla="*/ 1080992 h 1458087"/>
              <a:gd name="connsiteX248" fmla="*/ 2227040 w 3308032"/>
              <a:gd name="connsiteY248" fmla="*/ 1136999 h 1458087"/>
              <a:gd name="connsiteX249" fmla="*/ 2225516 w 3308032"/>
              <a:gd name="connsiteY249" fmla="*/ 1136999 h 1458087"/>
              <a:gd name="connsiteX250" fmla="*/ 2225516 w 3308032"/>
              <a:gd name="connsiteY250" fmla="*/ 1068134 h 1458087"/>
              <a:gd name="connsiteX251" fmla="*/ 2136553 w 3308032"/>
              <a:gd name="connsiteY251" fmla="*/ 1068134 h 1458087"/>
              <a:gd name="connsiteX252" fmla="*/ 2136553 w 3308032"/>
              <a:gd name="connsiteY252" fmla="*/ 1449134 h 1458087"/>
              <a:gd name="connsiteX253" fmla="*/ 2225516 w 3308032"/>
              <a:gd name="connsiteY253" fmla="*/ 1449134 h 1458087"/>
              <a:gd name="connsiteX254" fmla="*/ 2225516 w 3308032"/>
              <a:gd name="connsiteY254" fmla="*/ 1260824 h 1458087"/>
              <a:gd name="connsiteX255" fmla="*/ 2249138 w 3308032"/>
              <a:gd name="connsiteY255" fmla="*/ 1172623 h 1458087"/>
              <a:gd name="connsiteX256" fmla="*/ 2311051 w 3308032"/>
              <a:gd name="connsiteY256" fmla="*/ 1139095 h 1458087"/>
              <a:gd name="connsiteX257" fmla="*/ 2334292 w 3308032"/>
              <a:gd name="connsiteY257" fmla="*/ 1141476 h 1458087"/>
              <a:gd name="connsiteX258" fmla="*/ 2356104 w 3308032"/>
              <a:gd name="connsiteY258" fmla="*/ 1147953 h 1458087"/>
              <a:gd name="connsiteX259" fmla="*/ 2379917 w 3308032"/>
              <a:gd name="connsiteY259" fmla="*/ 1072039 h 1458087"/>
              <a:gd name="connsiteX260" fmla="*/ 2353532 w 3308032"/>
              <a:gd name="connsiteY260" fmla="*/ 1063466 h 1458087"/>
              <a:gd name="connsiteX261" fmla="*/ 2326767 w 3308032"/>
              <a:gd name="connsiteY261" fmla="*/ 1061276 h 145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</a:cxnLst>
            <a:rect l="l" t="t" r="r" b="b"/>
            <a:pathLst>
              <a:path w="3308032" h="1458087">
                <a:moveTo>
                  <a:pt x="542449" y="193453"/>
                </a:moveTo>
                <a:cubicBezTo>
                  <a:pt x="542830" y="180404"/>
                  <a:pt x="543116" y="165640"/>
                  <a:pt x="543401" y="148971"/>
                </a:cubicBezTo>
                <a:lnTo>
                  <a:pt x="541211" y="148971"/>
                </a:lnTo>
                <a:cubicBezTo>
                  <a:pt x="539020" y="156400"/>
                  <a:pt x="536829" y="162877"/>
                  <a:pt x="534924" y="168497"/>
                </a:cubicBezTo>
                <a:cubicBezTo>
                  <a:pt x="532924" y="174117"/>
                  <a:pt x="530733" y="180023"/>
                  <a:pt x="528257" y="186214"/>
                </a:cubicBezTo>
                <a:lnTo>
                  <a:pt x="374618" y="572834"/>
                </a:lnTo>
                <a:lnTo>
                  <a:pt x="310229" y="572834"/>
                </a:lnTo>
                <a:lnTo>
                  <a:pt x="155448" y="189643"/>
                </a:lnTo>
                <a:cubicBezTo>
                  <a:pt x="153448" y="183928"/>
                  <a:pt x="151447" y="178213"/>
                  <a:pt x="149352" y="172307"/>
                </a:cubicBezTo>
                <a:cubicBezTo>
                  <a:pt x="147257" y="166497"/>
                  <a:pt x="144589" y="158687"/>
                  <a:pt x="141351" y="149066"/>
                </a:cubicBezTo>
                <a:lnTo>
                  <a:pt x="139160" y="149066"/>
                </a:lnTo>
                <a:cubicBezTo>
                  <a:pt x="139637" y="164497"/>
                  <a:pt x="140018" y="180023"/>
                  <a:pt x="140303" y="195739"/>
                </a:cubicBezTo>
                <a:cubicBezTo>
                  <a:pt x="140589" y="211455"/>
                  <a:pt x="140684" y="228410"/>
                  <a:pt x="140684" y="246507"/>
                </a:cubicBezTo>
                <a:lnTo>
                  <a:pt x="140684" y="572834"/>
                </a:lnTo>
                <a:lnTo>
                  <a:pt x="55817" y="572834"/>
                </a:lnTo>
                <a:lnTo>
                  <a:pt x="55817" y="39243"/>
                </a:lnTo>
                <a:lnTo>
                  <a:pt x="185642" y="39243"/>
                </a:lnTo>
                <a:lnTo>
                  <a:pt x="322231" y="383381"/>
                </a:lnTo>
                <a:cubicBezTo>
                  <a:pt x="327470" y="396050"/>
                  <a:pt x="331565" y="406813"/>
                  <a:pt x="334709" y="415576"/>
                </a:cubicBezTo>
                <a:cubicBezTo>
                  <a:pt x="337852" y="424339"/>
                  <a:pt x="340805" y="434150"/>
                  <a:pt x="343853" y="444817"/>
                </a:cubicBezTo>
                <a:lnTo>
                  <a:pt x="346043" y="444817"/>
                </a:lnTo>
                <a:cubicBezTo>
                  <a:pt x="350520" y="432911"/>
                  <a:pt x="354520" y="422148"/>
                  <a:pt x="358140" y="412433"/>
                </a:cubicBezTo>
                <a:cubicBezTo>
                  <a:pt x="361760" y="402717"/>
                  <a:pt x="365474" y="392716"/>
                  <a:pt x="369475" y="382334"/>
                </a:cubicBezTo>
                <a:lnTo>
                  <a:pt x="507873" y="39243"/>
                </a:lnTo>
                <a:lnTo>
                  <a:pt x="632555" y="39243"/>
                </a:lnTo>
                <a:lnTo>
                  <a:pt x="632555" y="572834"/>
                </a:lnTo>
                <a:lnTo>
                  <a:pt x="542163" y="572834"/>
                </a:lnTo>
                <a:lnTo>
                  <a:pt x="542163" y="234220"/>
                </a:lnTo>
                <a:cubicBezTo>
                  <a:pt x="542163" y="220123"/>
                  <a:pt x="542354" y="206502"/>
                  <a:pt x="542735" y="193453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0">
                <a:srgbClr val="4D3677"/>
              </a:gs>
              <a:gs pos="72000">
                <a:srgbClr val="8661C5"/>
              </a:gs>
            </a:gsLst>
            <a:lin ang="27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346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668AE-5CD6-D782-C7B5-872E7248B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rgbClr val="4D3677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4B2684EB-34E2-E67F-1ABA-8374FB1B88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b="0" i="0" spc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338554"/>
          </a:xfrm>
        </p:spPr>
        <p:txBody>
          <a:bodyPr/>
          <a:lstStyle>
            <a:lvl1pPr marL="0" indent="0">
              <a:buNone/>
              <a:defRPr sz="2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ascadia Code" panose="020B0609020000020004" pitchFamily="34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1A31B0-DA79-E282-BD21-42CF3B67D8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762"/>
            <a:ext cx="12189291" cy="6856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5AB3C7-DD87-C9B0-751D-F81E1404C8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54" y="762"/>
            <a:ext cx="12189291" cy="6856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2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2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6EAEB1-715D-AF8F-10FB-F3D16AC485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913BA90D-EA3B-29E8-A239-C61ACB3D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2118BF19-0035-C321-183A-836CC8060775}"/>
              </a:ext>
            </a:extLst>
          </p:cNvPr>
          <p:cNvSpPr/>
          <p:nvPr userDrawn="1"/>
        </p:nvSpPr>
        <p:spPr>
          <a:xfrm>
            <a:off x="529053" y="2663856"/>
            <a:ext cx="3414297" cy="1504926"/>
          </a:xfrm>
          <a:custGeom>
            <a:avLst/>
            <a:gdLst>
              <a:gd name="connsiteX0" fmla="*/ 542449 w 3308032"/>
              <a:gd name="connsiteY0" fmla="*/ 193453 h 1458087"/>
              <a:gd name="connsiteX1" fmla="*/ 543401 w 3308032"/>
              <a:gd name="connsiteY1" fmla="*/ 148971 h 1458087"/>
              <a:gd name="connsiteX2" fmla="*/ 541211 w 3308032"/>
              <a:gd name="connsiteY2" fmla="*/ 148971 h 1458087"/>
              <a:gd name="connsiteX3" fmla="*/ 534924 w 3308032"/>
              <a:gd name="connsiteY3" fmla="*/ 168497 h 1458087"/>
              <a:gd name="connsiteX4" fmla="*/ 528257 w 3308032"/>
              <a:gd name="connsiteY4" fmla="*/ 186214 h 1458087"/>
              <a:gd name="connsiteX5" fmla="*/ 374618 w 3308032"/>
              <a:gd name="connsiteY5" fmla="*/ 572834 h 1458087"/>
              <a:gd name="connsiteX6" fmla="*/ 310229 w 3308032"/>
              <a:gd name="connsiteY6" fmla="*/ 572834 h 1458087"/>
              <a:gd name="connsiteX7" fmla="*/ 155448 w 3308032"/>
              <a:gd name="connsiteY7" fmla="*/ 189643 h 1458087"/>
              <a:gd name="connsiteX8" fmla="*/ 149352 w 3308032"/>
              <a:gd name="connsiteY8" fmla="*/ 172307 h 1458087"/>
              <a:gd name="connsiteX9" fmla="*/ 141351 w 3308032"/>
              <a:gd name="connsiteY9" fmla="*/ 149066 h 1458087"/>
              <a:gd name="connsiteX10" fmla="*/ 139160 w 3308032"/>
              <a:gd name="connsiteY10" fmla="*/ 149066 h 1458087"/>
              <a:gd name="connsiteX11" fmla="*/ 140303 w 3308032"/>
              <a:gd name="connsiteY11" fmla="*/ 195739 h 1458087"/>
              <a:gd name="connsiteX12" fmla="*/ 140684 w 3308032"/>
              <a:gd name="connsiteY12" fmla="*/ 246507 h 1458087"/>
              <a:gd name="connsiteX13" fmla="*/ 140684 w 3308032"/>
              <a:gd name="connsiteY13" fmla="*/ 572834 h 1458087"/>
              <a:gd name="connsiteX14" fmla="*/ 55817 w 3308032"/>
              <a:gd name="connsiteY14" fmla="*/ 572834 h 1458087"/>
              <a:gd name="connsiteX15" fmla="*/ 55817 w 3308032"/>
              <a:gd name="connsiteY15" fmla="*/ 39243 h 1458087"/>
              <a:gd name="connsiteX16" fmla="*/ 185642 w 3308032"/>
              <a:gd name="connsiteY16" fmla="*/ 39243 h 1458087"/>
              <a:gd name="connsiteX17" fmla="*/ 322231 w 3308032"/>
              <a:gd name="connsiteY17" fmla="*/ 383381 h 1458087"/>
              <a:gd name="connsiteX18" fmla="*/ 334709 w 3308032"/>
              <a:gd name="connsiteY18" fmla="*/ 415576 h 1458087"/>
              <a:gd name="connsiteX19" fmla="*/ 343853 w 3308032"/>
              <a:gd name="connsiteY19" fmla="*/ 444817 h 1458087"/>
              <a:gd name="connsiteX20" fmla="*/ 346043 w 3308032"/>
              <a:gd name="connsiteY20" fmla="*/ 444817 h 1458087"/>
              <a:gd name="connsiteX21" fmla="*/ 358140 w 3308032"/>
              <a:gd name="connsiteY21" fmla="*/ 412433 h 1458087"/>
              <a:gd name="connsiteX22" fmla="*/ 369475 w 3308032"/>
              <a:gd name="connsiteY22" fmla="*/ 382334 h 1458087"/>
              <a:gd name="connsiteX23" fmla="*/ 507873 w 3308032"/>
              <a:gd name="connsiteY23" fmla="*/ 39243 h 1458087"/>
              <a:gd name="connsiteX24" fmla="*/ 632555 w 3308032"/>
              <a:gd name="connsiteY24" fmla="*/ 39243 h 1458087"/>
              <a:gd name="connsiteX25" fmla="*/ 632555 w 3308032"/>
              <a:gd name="connsiteY25" fmla="*/ 572834 h 1458087"/>
              <a:gd name="connsiteX26" fmla="*/ 542163 w 3308032"/>
              <a:gd name="connsiteY26" fmla="*/ 572834 h 1458087"/>
              <a:gd name="connsiteX27" fmla="*/ 542163 w 3308032"/>
              <a:gd name="connsiteY27" fmla="*/ 234220 h 1458087"/>
              <a:gd name="connsiteX28" fmla="*/ 542735 w 3308032"/>
              <a:gd name="connsiteY28" fmla="*/ 193453 h 1458087"/>
              <a:gd name="connsiteX29" fmla="*/ 768001 w 3308032"/>
              <a:gd name="connsiteY29" fmla="*/ 14383 h 1458087"/>
              <a:gd name="connsiteX30" fmla="*/ 728567 w 3308032"/>
              <a:gd name="connsiteY30" fmla="*/ 29623 h 1458087"/>
              <a:gd name="connsiteX31" fmla="*/ 713327 w 3308032"/>
              <a:gd name="connsiteY31" fmla="*/ 67247 h 1458087"/>
              <a:gd name="connsiteX32" fmla="*/ 728567 w 3308032"/>
              <a:gd name="connsiteY32" fmla="*/ 104966 h 1458087"/>
              <a:gd name="connsiteX33" fmla="*/ 768001 w 3308032"/>
              <a:gd name="connsiteY33" fmla="*/ 120777 h 1458087"/>
              <a:gd name="connsiteX34" fmla="*/ 808196 w 3308032"/>
              <a:gd name="connsiteY34" fmla="*/ 105537 h 1458087"/>
              <a:gd name="connsiteX35" fmla="*/ 823436 w 3308032"/>
              <a:gd name="connsiteY35" fmla="*/ 67627 h 1458087"/>
              <a:gd name="connsiteX36" fmla="*/ 808196 w 3308032"/>
              <a:gd name="connsiteY36" fmla="*/ 29718 h 1458087"/>
              <a:gd name="connsiteX37" fmla="*/ 768001 w 3308032"/>
              <a:gd name="connsiteY37" fmla="*/ 14478 h 1458087"/>
              <a:gd name="connsiteX38" fmla="*/ 723329 w 3308032"/>
              <a:gd name="connsiteY38" fmla="*/ 572834 h 1458087"/>
              <a:gd name="connsiteX39" fmla="*/ 812292 w 3308032"/>
              <a:gd name="connsiteY39" fmla="*/ 572834 h 1458087"/>
              <a:gd name="connsiteX40" fmla="*/ 812292 w 3308032"/>
              <a:gd name="connsiteY40" fmla="*/ 191834 h 1458087"/>
              <a:gd name="connsiteX41" fmla="*/ 723329 w 3308032"/>
              <a:gd name="connsiteY41" fmla="*/ 191834 h 1458087"/>
              <a:gd name="connsiteX42" fmla="*/ 723329 w 3308032"/>
              <a:gd name="connsiteY42" fmla="*/ 572834 h 1458087"/>
              <a:gd name="connsiteX43" fmla="*/ 1079278 w 3308032"/>
              <a:gd name="connsiteY43" fmla="*/ 581787 h 1458087"/>
              <a:gd name="connsiteX44" fmla="*/ 1169099 w 3308032"/>
              <a:gd name="connsiteY44" fmla="*/ 561689 h 1458087"/>
              <a:gd name="connsiteX45" fmla="*/ 1234726 w 3308032"/>
              <a:gd name="connsiteY45" fmla="*/ 500253 h 1458087"/>
              <a:gd name="connsiteX46" fmla="*/ 1165860 w 3308032"/>
              <a:gd name="connsiteY46" fmla="*/ 461582 h 1458087"/>
              <a:gd name="connsiteX47" fmla="*/ 1127951 w 3308032"/>
              <a:gd name="connsiteY47" fmla="*/ 497110 h 1458087"/>
              <a:gd name="connsiteX48" fmla="*/ 1081469 w 3308032"/>
              <a:gd name="connsiteY48" fmla="*/ 507683 h 1458087"/>
              <a:gd name="connsiteX49" fmla="*/ 1004126 w 3308032"/>
              <a:gd name="connsiteY49" fmla="*/ 475298 h 1458087"/>
              <a:gd name="connsiteX50" fmla="*/ 975074 w 3308032"/>
              <a:gd name="connsiteY50" fmla="*/ 383000 h 1458087"/>
              <a:gd name="connsiteX51" fmla="*/ 1004506 w 3308032"/>
              <a:gd name="connsiteY51" fmla="*/ 288512 h 1458087"/>
              <a:gd name="connsiteX52" fmla="*/ 1079278 w 3308032"/>
              <a:gd name="connsiteY52" fmla="*/ 254699 h 1458087"/>
              <a:gd name="connsiteX53" fmla="*/ 1125379 w 3308032"/>
              <a:gd name="connsiteY53" fmla="*/ 265462 h 1458087"/>
              <a:gd name="connsiteX54" fmla="*/ 1162622 w 3308032"/>
              <a:gd name="connsiteY54" fmla="*/ 301943 h 1458087"/>
              <a:gd name="connsiteX55" fmla="*/ 1232535 w 3308032"/>
              <a:gd name="connsiteY55" fmla="*/ 267367 h 1458087"/>
              <a:gd name="connsiteX56" fmla="*/ 1172432 w 3308032"/>
              <a:gd name="connsiteY56" fmla="*/ 204311 h 1458087"/>
              <a:gd name="connsiteX57" fmla="*/ 1082231 w 3308032"/>
              <a:gd name="connsiteY57" fmla="*/ 182880 h 1458087"/>
              <a:gd name="connsiteX58" fmla="*/ 939356 w 3308032"/>
              <a:gd name="connsiteY58" fmla="*/ 238125 h 1458087"/>
              <a:gd name="connsiteX59" fmla="*/ 884301 w 3308032"/>
              <a:gd name="connsiteY59" fmla="*/ 389001 h 1458087"/>
              <a:gd name="connsiteX60" fmla="*/ 936022 w 3308032"/>
              <a:gd name="connsiteY60" fmla="*/ 528923 h 1458087"/>
              <a:gd name="connsiteX61" fmla="*/ 1079278 w 3308032"/>
              <a:gd name="connsiteY61" fmla="*/ 581787 h 1458087"/>
              <a:gd name="connsiteX62" fmla="*/ 1393031 w 3308032"/>
              <a:gd name="connsiteY62" fmla="*/ 384524 h 1458087"/>
              <a:gd name="connsiteX63" fmla="*/ 1416653 w 3308032"/>
              <a:gd name="connsiteY63" fmla="*/ 296323 h 1458087"/>
              <a:gd name="connsiteX64" fmla="*/ 1478566 w 3308032"/>
              <a:gd name="connsiteY64" fmla="*/ 262795 h 1458087"/>
              <a:gd name="connsiteX65" fmla="*/ 1501807 w 3308032"/>
              <a:gd name="connsiteY65" fmla="*/ 265176 h 1458087"/>
              <a:gd name="connsiteX66" fmla="*/ 1523619 w 3308032"/>
              <a:gd name="connsiteY66" fmla="*/ 271653 h 1458087"/>
              <a:gd name="connsiteX67" fmla="*/ 1547432 w 3308032"/>
              <a:gd name="connsiteY67" fmla="*/ 195739 h 1458087"/>
              <a:gd name="connsiteX68" fmla="*/ 1521047 w 3308032"/>
              <a:gd name="connsiteY68" fmla="*/ 187166 h 1458087"/>
              <a:gd name="connsiteX69" fmla="*/ 1494282 w 3308032"/>
              <a:gd name="connsiteY69" fmla="*/ 184975 h 1458087"/>
              <a:gd name="connsiteX70" fmla="*/ 1433989 w 3308032"/>
              <a:gd name="connsiteY70" fmla="*/ 204502 h 1458087"/>
              <a:gd name="connsiteX71" fmla="*/ 1394555 w 3308032"/>
              <a:gd name="connsiteY71" fmla="*/ 260509 h 1458087"/>
              <a:gd name="connsiteX72" fmla="*/ 1393031 w 3308032"/>
              <a:gd name="connsiteY72" fmla="*/ 260509 h 1458087"/>
              <a:gd name="connsiteX73" fmla="*/ 1393031 w 3308032"/>
              <a:gd name="connsiteY73" fmla="*/ 191643 h 1458087"/>
              <a:gd name="connsiteX74" fmla="*/ 1304068 w 3308032"/>
              <a:gd name="connsiteY74" fmla="*/ 191643 h 1458087"/>
              <a:gd name="connsiteX75" fmla="*/ 1304068 w 3308032"/>
              <a:gd name="connsiteY75" fmla="*/ 572643 h 1458087"/>
              <a:gd name="connsiteX76" fmla="*/ 1393031 w 3308032"/>
              <a:gd name="connsiteY76" fmla="*/ 572643 h 1458087"/>
              <a:gd name="connsiteX77" fmla="*/ 1393031 w 3308032"/>
              <a:gd name="connsiteY77" fmla="*/ 384334 h 1458087"/>
              <a:gd name="connsiteX78" fmla="*/ 1621917 w 3308032"/>
              <a:gd name="connsiteY78" fmla="*/ 528542 h 1458087"/>
              <a:gd name="connsiteX79" fmla="*/ 1568482 w 3308032"/>
              <a:gd name="connsiteY79" fmla="*/ 385286 h 1458087"/>
              <a:gd name="connsiteX80" fmla="*/ 1625060 w 3308032"/>
              <a:gd name="connsiteY80" fmla="*/ 238506 h 1458087"/>
              <a:gd name="connsiteX81" fmla="*/ 1771269 w 3308032"/>
              <a:gd name="connsiteY81" fmla="*/ 182880 h 1458087"/>
              <a:gd name="connsiteX82" fmla="*/ 1914335 w 3308032"/>
              <a:gd name="connsiteY82" fmla="*/ 237554 h 1458087"/>
              <a:gd name="connsiteX83" fmla="*/ 1966627 w 3308032"/>
              <a:gd name="connsiteY83" fmla="*/ 378905 h 1458087"/>
              <a:gd name="connsiteX84" fmla="*/ 1911572 w 3308032"/>
              <a:gd name="connsiteY84" fmla="*/ 524542 h 1458087"/>
              <a:gd name="connsiteX85" fmla="*/ 1766126 w 3308032"/>
              <a:gd name="connsiteY85" fmla="*/ 581692 h 1458087"/>
              <a:gd name="connsiteX86" fmla="*/ 1621917 w 3308032"/>
              <a:gd name="connsiteY86" fmla="*/ 528447 h 1458087"/>
              <a:gd name="connsiteX87" fmla="*/ 1659350 w 3308032"/>
              <a:gd name="connsiteY87" fmla="*/ 383477 h 1458087"/>
              <a:gd name="connsiteX88" fmla="*/ 1688973 w 3308032"/>
              <a:gd name="connsiteY88" fmla="*/ 476155 h 1458087"/>
              <a:gd name="connsiteX89" fmla="*/ 1769555 w 3308032"/>
              <a:gd name="connsiteY89" fmla="*/ 509969 h 1458087"/>
              <a:gd name="connsiteX90" fmla="*/ 1847850 w 3308032"/>
              <a:gd name="connsiteY90" fmla="*/ 475012 h 1458087"/>
              <a:gd name="connsiteX91" fmla="*/ 1875568 w 3308032"/>
              <a:gd name="connsiteY91" fmla="*/ 381286 h 1458087"/>
              <a:gd name="connsiteX92" fmla="*/ 1847660 w 3308032"/>
              <a:gd name="connsiteY92" fmla="*/ 289750 h 1458087"/>
              <a:gd name="connsiteX93" fmla="*/ 1769174 w 3308032"/>
              <a:gd name="connsiteY93" fmla="*/ 255175 h 1458087"/>
              <a:gd name="connsiteX94" fmla="*/ 1689354 w 3308032"/>
              <a:gd name="connsiteY94" fmla="*/ 290894 h 1458087"/>
              <a:gd name="connsiteX95" fmla="*/ 1659446 w 3308032"/>
              <a:gd name="connsiteY95" fmla="*/ 383572 h 1458087"/>
              <a:gd name="connsiteX96" fmla="*/ 2267426 w 3308032"/>
              <a:gd name="connsiteY96" fmla="*/ 547878 h 1458087"/>
              <a:gd name="connsiteX97" fmla="*/ 2308003 w 3308032"/>
              <a:gd name="connsiteY97" fmla="*/ 458915 h 1458087"/>
              <a:gd name="connsiteX98" fmla="*/ 2276761 w 3308032"/>
              <a:gd name="connsiteY98" fmla="*/ 380048 h 1458087"/>
              <a:gd name="connsiteX99" fmla="*/ 2182273 w 3308032"/>
              <a:gd name="connsiteY99" fmla="*/ 339471 h 1458087"/>
              <a:gd name="connsiteX100" fmla="*/ 2127028 w 3308032"/>
              <a:gd name="connsiteY100" fmla="*/ 321278 h 1458087"/>
              <a:gd name="connsiteX101" fmla="*/ 2112359 w 3308032"/>
              <a:gd name="connsiteY101" fmla="*/ 292227 h 1458087"/>
              <a:gd name="connsiteX102" fmla="*/ 2126456 w 3308032"/>
              <a:gd name="connsiteY102" fmla="*/ 261366 h 1458087"/>
              <a:gd name="connsiteX103" fmla="*/ 2167795 w 3308032"/>
              <a:gd name="connsiteY103" fmla="*/ 249460 h 1458087"/>
              <a:gd name="connsiteX104" fmla="*/ 2211515 w 3308032"/>
              <a:gd name="connsiteY104" fmla="*/ 258413 h 1458087"/>
              <a:gd name="connsiteX105" fmla="*/ 2247043 w 3308032"/>
              <a:gd name="connsiteY105" fmla="*/ 285179 h 1458087"/>
              <a:gd name="connsiteX106" fmla="*/ 2298764 w 3308032"/>
              <a:gd name="connsiteY106" fmla="*/ 238316 h 1458087"/>
              <a:gd name="connsiteX107" fmla="*/ 2243328 w 3308032"/>
              <a:gd name="connsiteY107" fmla="*/ 196596 h 1458087"/>
              <a:gd name="connsiteX108" fmla="*/ 2170367 w 3308032"/>
              <a:gd name="connsiteY108" fmla="*/ 182785 h 1458087"/>
              <a:gd name="connsiteX109" fmla="*/ 2069211 w 3308032"/>
              <a:gd name="connsiteY109" fmla="*/ 214598 h 1458087"/>
              <a:gd name="connsiteX110" fmla="*/ 2029015 w 3308032"/>
              <a:gd name="connsiteY110" fmla="*/ 302228 h 1458087"/>
              <a:gd name="connsiteX111" fmla="*/ 2058638 w 3308032"/>
              <a:gd name="connsiteY111" fmla="*/ 375380 h 1458087"/>
              <a:gd name="connsiteX112" fmla="*/ 2163032 w 3308032"/>
              <a:gd name="connsiteY112" fmla="*/ 417957 h 1458087"/>
              <a:gd name="connsiteX113" fmla="*/ 2208943 w 3308032"/>
              <a:gd name="connsiteY113" fmla="*/ 435959 h 1458087"/>
              <a:gd name="connsiteX114" fmla="*/ 2224373 w 3308032"/>
              <a:gd name="connsiteY114" fmla="*/ 467011 h 1458087"/>
              <a:gd name="connsiteX115" fmla="*/ 2207990 w 3308032"/>
              <a:gd name="connsiteY115" fmla="*/ 502158 h 1458087"/>
              <a:gd name="connsiteX116" fmla="*/ 2162271 w 3308032"/>
              <a:gd name="connsiteY116" fmla="*/ 514636 h 1458087"/>
              <a:gd name="connsiteX117" fmla="*/ 2112645 w 3308032"/>
              <a:gd name="connsiteY117" fmla="*/ 502920 h 1458087"/>
              <a:gd name="connsiteX118" fmla="*/ 2068163 w 3308032"/>
              <a:gd name="connsiteY118" fmla="*/ 463677 h 1458087"/>
              <a:gd name="connsiteX119" fmla="*/ 2014633 w 3308032"/>
              <a:gd name="connsiteY119" fmla="*/ 511683 h 1458087"/>
              <a:gd name="connsiteX120" fmla="*/ 2074926 w 3308032"/>
              <a:gd name="connsiteY120" fmla="*/ 563785 h 1458087"/>
              <a:gd name="connsiteX121" fmla="*/ 2161604 w 3308032"/>
              <a:gd name="connsiteY121" fmla="*/ 581692 h 1458087"/>
              <a:gd name="connsiteX122" fmla="*/ 2267617 w 3308032"/>
              <a:gd name="connsiteY122" fmla="*/ 547878 h 1458087"/>
              <a:gd name="connsiteX123" fmla="*/ 2717292 w 3308032"/>
              <a:gd name="connsiteY123" fmla="*/ 237554 h 1458087"/>
              <a:gd name="connsiteX124" fmla="*/ 2769584 w 3308032"/>
              <a:gd name="connsiteY124" fmla="*/ 378905 h 1458087"/>
              <a:gd name="connsiteX125" fmla="*/ 2714530 w 3308032"/>
              <a:gd name="connsiteY125" fmla="*/ 524542 h 1458087"/>
              <a:gd name="connsiteX126" fmla="*/ 2569083 w 3308032"/>
              <a:gd name="connsiteY126" fmla="*/ 581692 h 1458087"/>
              <a:gd name="connsiteX127" fmla="*/ 2424875 w 3308032"/>
              <a:gd name="connsiteY127" fmla="*/ 528447 h 1458087"/>
              <a:gd name="connsiteX128" fmla="*/ 2371439 w 3308032"/>
              <a:gd name="connsiteY128" fmla="*/ 385191 h 1458087"/>
              <a:gd name="connsiteX129" fmla="*/ 2428018 w 3308032"/>
              <a:gd name="connsiteY129" fmla="*/ 238411 h 1458087"/>
              <a:gd name="connsiteX130" fmla="*/ 2574227 w 3308032"/>
              <a:gd name="connsiteY130" fmla="*/ 182785 h 1458087"/>
              <a:gd name="connsiteX131" fmla="*/ 2717292 w 3308032"/>
              <a:gd name="connsiteY131" fmla="*/ 237458 h 1458087"/>
              <a:gd name="connsiteX132" fmla="*/ 2678430 w 3308032"/>
              <a:gd name="connsiteY132" fmla="*/ 381191 h 1458087"/>
              <a:gd name="connsiteX133" fmla="*/ 2650522 w 3308032"/>
              <a:gd name="connsiteY133" fmla="*/ 289655 h 1458087"/>
              <a:gd name="connsiteX134" fmla="*/ 2572036 w 3308032"/>
              <a:gd name="connsiteY134" fmla="*/ 255079 h 1458087"/>
              <a:gd name="connsiteX135" fmla="*/ 2492216 w 3308032"/>
              <a:gd name="connsiteY135" fmla="*/ 290798 h 1458087"/>
              <a:gd name="connsiteX136" fmla="*/ 2462308 w 3308032"/>
              <a:gd name="connsiteY136" fmla="*/ 383477 h 1458087"/>
              <a:gd name="connsiteX137" fmla="*/ 2491931 w 3308032"/>
              <a:gd name="connsiteY137" fmla="*/ 476155 h 1458087"/>
              <a:gd name="connsiteX138" fmla="*/ 2572512 w 3308032"/>
              <a:gd name="connsiteY138" fmla="*/ 509969 h 1458087"/>
              <a:gd name="connsiteX139" fmla="*/ 2650808 w 3308032"/>
              <a:gd name="connsiteY139" fmla="*/ 475012 h 1458087"/>
              <a:gd name="connsiteX140" fmla="*/ 2678525 w 3308032"/>
              <a:gd name="connsiteY140" fmla="*/ 381286 h 1458087"/>
              <a:gd name="connsiteX141" fmla="*/ 3280410 w 3308032"/>
              <a:gd name="connsiteY141" fmla="*/ 494729 h 1458087"/>
              <a:gd name="connsiteX142" fmla="*/ 3257360 w 3308032"/>
              <a:gd name="connsiteY142" fmla="*/ 507397 h 1458087"/>
              <a:gd name="connsiteX143" fmla="*/ 3236500 w 3308032"/>
              <a:gd name="connsiteY143" fmla="*/ 511112 h 1458087"/>
              <a:gd name="connsiteX144" fmla="*/ 3205258 w 3308032"/>
              <a:gd name="connsiteY144" fmla="*/ 497872 h 1458087"/>
              <a:gd name="connsiteX145" fmla="*/ 3194114 w 3308032"/>
              <a:gd name="connsiteY145" fmla="*/ 456724 h 1458087"/>
              <a:gd name="connsiteX146" fmla="*/ 3194114 w 3308032"/>
              <a:gd name="connsiteY146" fmla="*/ 260985 h 1458087"/>
              <a:gd name="connsiteX147" fmla="*/ 3291269 w 3308032"/>
              <a:gd name="connsiteY147" fmla="*/ 260985 h 1458087"/>
              <a:gd name="connsiteX148" fmla="*/ 3291269 w 3308032"/>
              <a:gd name="connsiteY148" fmla="*/ 191738 h 1458087"/>
              <a:gd name="connsiteX149" fmla="*/ 3194114 w 3308032"/>
              <a:gd name="connsiteY149" fmla="*/ 191738 h 1458087"/>
              <a:gd name="connsiteX150" fmla="*/ 3194114 w 3308032"/>
              <a:gd name="connsiteY150" fmla="*/ 82677 h 1458087"/>
              <a:gd name="connsiteX151" fmla="*/ 3105150 w 3308032"/>
              <a:gd name="connsiteY151" fmla="*/ 98298 h 1458087"/>
              <a:gd name="connsiteX152" fmla="*/ 3105150 w 3308032"/>
              <a:gd name="connsiteY152" fmla="*/ 191643 h 1458087"/>
              <a:gd name="connsiteX153" fmla="*/ 2957227 w 3308032"/>
              <a:gd name="connsiteY153" fmla="*/ 191643 h 1458087"/>
              <a:gd name="connsiteX154" fmla="*/ 2957227 w 3308032"/>
              <a:gd name="connsiteY154" fmla="*/ 130969 h 1458087"/>
              <a:gd name="connsiteX155" fmla="*/ 2970086 w 3308032"/>
              <a:gd name="connsiteY155" fmla="*/ 86297 h 1458087"/>
              <a:gd name="connsiteX156" fmla="*/ 3006757 w 3308032"/>
              <a:gd name="connsiteY156" fmla="*/ 71438 h 1458087"/>
              <a:gd name="connsiteX157" fmla="*/ 3029236 w 3308032"/>
              <a:gd name="connsiteY157" fmla="*/ 74962 h 1458087"/>
              <a:gd name="connsiteX158" fmla="*/ 3049143 w 3308032"/>
              <a:gd name="connsiteY158" fmla="*/ 84868 h 1458087"/>
              <a:gd name="connsiteX159" fmla="*/ 3085624 w 3308032"/>
              <a:gd name="connsiteY159" fmla="*/ 20479 h 1458087"/>
              <a:gd name="connsiteX160" fmla="*/ 3045429 w 3308032"/>
              <a:gd name="connsiteY160" fmla="*/ 5048 h 1458087"/>
              <a:gd name="connsiteX161" fmla="*/ 3003042 w 3308032"/>
              <a:gd name="connsiteY161" fmla="*/ 0 h 1458087"/>
              <a:gd name="connsiteX162" fmla="*/ 2903887 w 3308032"/>
              <a:gd name="connsiteY162" fmla="*/ 34957 h 1458087"/>
              <a:gd name="connsiteX163" fmla="*/ 2868740 w 3308032"/>
              <a:gd name="connsiteY163" fmla="*/ 130207 h 1458087"/>
              <a:gd name="connsiteX164" fmla="*/ 2868740 w 3308032"/>
              <a:gd name="connsiteY164" fmla="*/ 191643 h 1458087"/>
              <a:gd name="connsiteX165" fmla="*/ 2803970 w 3308032"/>
              <a:gd name="connsiteY165" fmla="*/ 191643 h 1458087"/>
              <a:gd name="connsiteX166" fmla="*/ 2803970 w 3308032"/>
              <a:gd name="connsiteY166" fmla="*/ 260890 h 1458087"/>
              <a:gd name="connsiteX167" fmla="*/ 2868740 w 3308032"/>
              <a:gd name="connsiteY167" fmla="*/ 260890 h 1458087"/>
              <a:gd name="connsiteX168" fmla="*/ 2868740 w 3308032"/>
              <a:gd name="connsiteY168" fmla="*/ 572643 h 1458087"/>
              <a:gd name="connsiteX169" fmla="*/ 2957322 w 3308032"/>
              <a:gd name="connsiteY169" fmla="*/ 572643 h 1458087"/>
              <a:gd name="connsiteX170" fmla="*/ 2957322 w 3308032"/>
              <a:gd name="connsiteY170" fmla="*/ 260890 h 1458087"/>
              <a:gd name="connsiteX171" fmla="*/ 3105246 w 3308032"/>
              <a:gd name="connsiteY171" fmla="*/ 260890 h 1458087"/>
              <a:gd name="connsiteX172" fmla="*/ 3105246 w 3308032"/>
              <a:gd name="connsiteY172" fmla="*/ 469297 h 1458087"/>
              <a:gd name="connsiteX173" fmla="*/ 3133535 w 3308032"/>
              <a:gd name="connsiteY173" fmla="*/ 553022 h 1458087"/>
              <a:gd name="connsiteX174" fmla="*/ 3218021 w 3308032"/>
              <a:gd name="connsiteY174" fmla="*/ 581692 h 1458087"/>
              <a:gd name="connsiteX175" fmla="*/ 3269171 w 3308032"/>
              <a:gd name="connsiteY175" fmla="*/ 574453 h 1458087"/>
              <a:gd name="connsiteX176" fmla="*/ 3308033 w 3308032"/>
              <a:gd name="connsiteY176" fmla="*/ 554926 h 1458087"/>
              <a:gd name="connsiteX177" fmla="*/ 3280505 w 3308032"/>
              <a:gd name="connsiteY177" fmla="*/ 494633 h 1458087"/>
              <a:gd name="connsiteX178" fmla="*/ 301181 w 3308032"/>
              <a:gd name="connsiteY178" fmla="*/ 915543 h 1458087"/>
              <a:gd name="connsiteX179" fmla="*/ 497300 w 3308032"/>
              <a:gd name="connsiteY179" fmla="*/ 1449134 h 1458087"/>
              <a:gd name="connsiteX180" fmla="*/ 399860 w 3308032"/>
              <a:gd name="connsiteY180" fmla="*/ 1449134 h 1458087"/>
              <a:gd name="connsiteX181" fmla="*/ 354139 w 3308032"/>
              <a:gd name="connsiteY181" fmla="*/ 1324166 h 1458087"/>
              <a:gd name="connsiteX182" fmla="*/ 140970 w 3308032"/>
              <a:gd name="connsiteY182" fmla="*/ 1324166 h 1458087"/>
              <a:gd name="connsiteX183" fmla="*/ 97441 w 3308032"/>
              <a:gd name="connsiteY183" fmla="*/ 1449134 h 1458087"/>
              <a:gd name="connsiteX184" fmla="*/ 0 w 3308032"/>
              <a:gd name="connsiteY184" fmla="*/ 1449134 h 1458087"/>
              <a:gd name="connsiteX185" fmla="*/ 197930 w 3308032"/>
              <a:gd name="connsiteY185" fmla="*/ 915543 h 1458087"/>
              <a:gd name="connsiteX186" fmla="*/ 301371 w 3308032"/>
              <a:gd name="connsiteY186" fmla="*/ 915543 h 1458087"/>
              <a:gd name="connsiteX187" fmla="*/ 329851 w 3308032"/>
              <a:gd name="connsiteY187" fmla="*/ 1247108 h 1458087"/>
              <a:gd name="connsiteX188" fmla="*/ 257651 w 3308032"/>
              <a:gd name="connsiteY188" fmla="*/ 1037654 h 1458087"/>
              <a:gd name="connsiteX189" fmla="*/ 252984 w 3308032"/>
              <a:gd name="connsiteY189" fmla="*/ 1022795 h 1458087"/>
              <a:gd name="connsiteX190" fmla="*/ 248317 w 3308032"/>
              <a:gd name="connsiteY190" fmla="*/ 1006412 h 1458087"/>
              <a:gd name="connsiteX191" fmla="*/ 246126 w 3308032"/>
              <a:gd name="connsiteY191" fmla="*/ 1006412 h 1458087"/>
              <a:gd name="connsiteX192" fmla="*/ 241459 w 3308032"/>
              <a:gd name="connsiteY192" fmla="*/ 1022223 h 1458087"/>
              <a:gd name="connsiteX193" fmla="*/ 236411 w 3308032"/>
              <a:gd name="connsiteY193" fmla="*/ 1037654 h 1458087"/>
              <a:gd name="connsiteX194" fmla="*/ 164973 w 3308032"/>
              <a:gd name="connsiteY194" fmla="*/ 1247108 h 1458087"/>
              <a:gd name="connsiteX195" fmla="*/ 329756 w 3308032"/>
              <a:gd name="connsiteY195" fmla="*/ 1247108 h 1458087"/>
              <a:gd name="connsiteX196" fmla="*/ 557403 w 3308032"/>
              <a:gd name="connsiteY196" fmla="*/ 1449134 h 1458087"/>
              <a:gd name="connsiteX197" fmla="*/ 648557 w 3308032"/>
              <a:gd name="connsiteY197" fmla="*/ 1449134 h 1458087"/>
              <a:gd name="connsiteX198" fmla="*/ 648557 w 3308032"/>
              <a:gd name="connsiteY198" fmla="*/ 915543 h 1458087"/>
              <a:gd name="connsiteX199" fmla="*/ 557403 w 3308032"/>
              <a:gd name="connsiteY199" fmla="*/ 915543 h 1458087"/>
              <a:gd name="connsiteX200" fmla="*/ 557403 w 3308032"/>
              <a:gd name="connsiteY200" fmla="*/ 1449134 h 1458087"/>
              <a:gd name="connsiteX201" fmla="*/ 1271778 w 3308032"/>
              <a:gd name="connsiteY201" fmla="*/ 915543 h 1458087"/>
              <a:gd name="connsiteX202" fmla="*/ 883730 w 3308032"/>
              <a:gd name="connsiteY202" fmla="*/ 915543 h 1458087"/>
              <a:gd name="connsiteX203" fmla="*/ 883730 w 3308032"/>
              <a:gd name="connsiteY203" fmla="*/ 992600 h 1458087"/>
              <a:gd name="connsiteX204" fmla="*/ 1031843 w 3308032"/>
              <a:gd name="connsiteY204" fmla="*/ 992600 h 1458087"/>
              <a:gd name="connsiteX205" fmla="*/ 1031843 w 3308032"/>
              <a:gd name="connsiteY205" fmla="*/ 1449134 h 1458087"/>
              <a:gd name="connsiteX206" fmla="*/ 1122998 w 3308032"/>
              <a:gd name="connsiteY206" fmla="*/ 1449134 h 1458087"/>
              <a:gd name="connsiteX207" fmla="*/ 1122998 w 3308032"/>
              <a:gd name="connsiteY207" fmla="*/ 992600 h 1458087"/>
              <a:gd name="connsiteX208" fmla="*/ 1271778 w 3308032"/>
              <a:gd name="connsiteY208" fmla="*/ 992600 h 1458087"/>
              <a:gd name="connsiteX209" fmla="*/ 1271778 w 3308032"/>
              <a:gd name="connsiteY209" fmla="*/ 915543 h 1458087"/>
              <a:gd name="connsiteX210" fmla="*/ 1581340 w 3308032"/>
              <a:gd name="connsiteY210" fmla="*/ 1113854 h 1458087"/>
              <a:gd name="connsiteX211" fmla="*/ 1633633 w 3308032"/>
              <a:gd name="connsiteY211" fmla="*/ 1255205 h 1458087"/>
              <a:gd name="connsiteX212" fmla="*/ 1578578 w 3308032"/>
              <a:gd name="connsiteY212" fmla="*/ 1400842 h 1458087"/>
              <a:gd name="connsiteX213" fmla="*/ 1433132 w 3308032"/>
              <a:gd name="connsiteY213" fmla="*/ 1457992 h 1458087"/>
              <a:gd name="connsiteX214" fmla="*/ 1288923 w 3308032"/>
              <a:gd name="connsiteY214" fmla="*/ 1404747 h 1458087"/>
              <a:gd name="connsiteX215" fmla="*/ 1235488 w 3308032"/>
              <a:gd name="connsiteY215" fmla="*/ 1261491 h 1458087"/>
              <a:gd name="connsiteX216" fmla="*/ 1292066 w 3308032"/>
              <a:gd name="connsiteY216" fmla="*/ 1114711 h 1458087"/>
              <a:gd name="connsiteX217" fmla="*/ 1438275 w 3308032"/>
              <a:gd name="connsiteY217" fmla="*/ 1059085 h 1458087"/>
              <a:gd name="connsiteX218" fmla="*/ 1581340 w 3308032"/>
              <a:gd name="connsiteY218" fmla="*/ 1113758 h 1458087"/>
              <a:gd name="connsiteX219" fmla="*/ 1542479 w 3308032"/>
              <a:gd name="connsiteY219" fmla="*/ 1257491 h 1458087"/>
              <a:gd name="connsiteX220" fmla="*/ 1514570 w 3308032"/>
              <a:gd name="connsiteY220" fmla="*/ 1165955 h 1458087"/>
              <a:gd name="connsiteX221" fmla="*/ 1436084 w 3308032"/>
              <a:gd name="connsiteY221" fmla="*/ 1131380 h 1458087"/>
              <a:gd name="connsiteX222" fmla="*/ 1356265 w 3308032"/>
              <a:gd name="connsiteY222" fmla="*/ 1167098 h 1458087"/>
              <a:gd name="connsiteX223" fmla="*/ 1326356 w 3308032"/>
              <a:gd name="connsiteY223" fmla="*/ 1259777 h 1458087"/>
              <a:gd name="connsiteX224" fmla="*/ 1355979 w 3308032"/>
              <a:gd name="connsiteY224" fmla="*/ 1352455 h 1458087"/>
              <a:gd name="connsiteX225" fmla="*/ 1436561 w 3308032"/>
              <a:gd name="connsiteY225" fmla="*/ 1386269 h 1458087"/>
              <a:gd name="connsiteX226" fmla="*/ 1514856 w 3308032"/>
              <a:gd name="connsiteY226" fmla="*/ 1351312 h 1458087"/>
              <a:gd name="connsiteX227" fmla="*/ 1542574 w 3308032"/>
              <a:gd name="connsiteY227" fmla="*/ 1257586 h 1458087"/>
              <a:gd name="connsiteX228" fmla="*/ 1951577 w 3308032"/>
              <a:gd name="connsiteY228" fmla="*/ 1285399 h 1458087"/>
              <a:gd name="connsiteX229" fmla="*/ 1926622 w 3308032"/>
              <a:gd name="connsiteY229" fmla="*/ 1357598 h 1458087"/>
              <a:gd name="connsiteX230" fmla="*/ 1862233 w 3308032"/>
              <a:gd name="connsiteY230" fmla="*/ 1386269 h 1458087"/>
              <a:gd name="connsiteX231" fmla="*/ 1805273 w 3308032"/>
              <a:gd name="connsiteY231" fmla="*/ 1362266 h 1458087"/>
              <a:gd name="connsiteX232" fmla="*/ 1787081 w 3308032"/>
              <a:gd name="connsiteY232" fmla="*/ 1290638 h 1458087"/>
              <a:gd name="connsiteX233" fmla="*/ 1787081 w 3308032"/>
              <a:gd name="connsiteY233" fmla="*/ 1068134 h 1458087"/>
              <a:gd name="connsiteX234" fmla="*/ 1698498 w 3308032"/>
              <a:gd name="connsiteY234" fmla="*/ 1068134 h 1458087"/>
              <a:gd name="connsiteX235" fmla="*/ 1698498 w 3308032"/>
              <a:gd name="connsiteY235" fmla="*/ 1302544 h 1458087"/>
              <a:gd name="connsiteX236" fmla="*/ 1732502 w 3308032"/>
              <a:gd name="connsiteY236" fmla="*/ 1418463 h 1458087"/>
              <a:gd name="connsiteX237" fmla="*/ 1833563 w 3308032"/>
              <a:gd name="connsiteY237" fmla="*/ 1458087 h 1458087"/>
              <a:gd name="connsiteX238" fmla="*/ 1899571 w 3308032"/>
              <a:gd name="connsiteY238" fmla="*/ 1441514 h 1458087"/>
              <a:gd name="connsiteX239" fmla="*/ 1949577 w 3308032"/>
              <a:gd name="connsiteY239" fmla="*/ 1397413 h 1458087"/>
              <a:gd name="connsiteX240" fmla="*/ 1951482 w 3308032"/>
              <a:gd name="connsiteY240" fmla="*/ 1397413 h 1458087"/>
              <a:gd name="connsiteX241" fmla="*/ 1951482 w 3308032"/>
              <a:gd name="connsiteY241" fmla="*/ 1449134 h 1458087"/>
              <a:gd name="connsiteX242" fmla="*/ 2040446 w 3308032"/>
              <a:gd name="connsiteY242" fmla="*/ 1449134 h 1458087"/>
              <a:gd name="connsiteX243" fmla="*/ 2040446 w 3308032"/>
              <a:gd name="connsiteY243" fmla="*/ 1068134 h 1458087"/>
              <a:gd name="connsiteX244" fmla="*/ 1951482 w 3308032"/>
              <a:gd name="connsiteY244" fmla="*/ 1068134 h 1458087"/>
              <a:gd name="connsiteX245" fmla="*/ 1951482 w 3308032"/>
              <a:gd name="connsiteY245" fmla="*/ 1285399 h 1458087"/>
              <a:gd name="connsiteX246" fmla="*/ 2326767 w 3308032"/>
              <a:gd name="connsiteY246" fmla="*/ 1061466 h 1458087"/>
              <a:gd name="connsiteX247" fmla="*/ 2266474 w 3308032"/>
              <a:gd name="connsiteY247" fmla="*/ 1080992 h 1458087"/>
              <a:gd name="connsiteX248" fmla="*/ 2227040 w 3308032"/>
              <a:gd name="connsiteY248" fmla="*/ 1136999 h 1458087"/>
              <a:gd name="connsiteX249" fmla="*/ 2225516 w 3308032"/>
              <a:gd name="connsiteY249" fmla="*/ 1136999 h 1458087"/>
              <a:gd name="connsiteX250" fmla="*/ 2225516 w 3308032"/>
              <a:gd name="connsiteY250" fmla="*/ 1068134 h 1458087"/>
              <a:gd name="connsiteX251" fmla="*/ 2136553 w 3308032"/>
              <a:gd name="connsiteY251" fmla="*/ 1068134 h 1458087"/>
              <a:gd name="connsiteX252" fmla="*/ 2136553 w 3308032"/>
              <a:gd name="connsiteY252" fmla="*/ 1449134 h 1458087"/>
              <a:gd name="connsiteX253" fmla="*/ 2225516 w 3308032"/>
              <a:gd name="connsiteY253" fmla="*/ 1449134 h 1458087"/>
              <a:gd name="connsiteX254" fmla="*/ 2225516 w 3308032"/>
              <a:gd name="connsiteY254" fmla="*/ 1260824 h 1458087"/>
              <a:gd name="connsiteX255" fmla="*/ 2249138 w 3308032"/>
              <a:gd name="connsiteY255" fmla="*/ 1172623 h 1458087"/>
              <a:gd name="connsiteX256" fmla="*/ 2311051 w 3308032"/>
              <a:gd name="connsiteY256" fmla="*/ 1139095 h 1458087"/>
              <a:gd name="connsiteX257" fmla="*/ 2334292 w 3308032"/>
              <a:gd name="connsiteY257" fmla="*/ 1141476 h 1458087"/>
              <a:gd name="connsiteX258" fmla="*/ 2356104 w 3308032"/>
              <a:gd name="connsiteY258" fmla="*/ 1147953 h 1458087"/>
              <a:gd name="connsiteX259" fmla="*/ 2379917 w 3308032"/>
              <a:gd name="connsiteY259" fmla="*/ 1072039 h 1458087"/>
              <a:gd name="connsiteX260" fmla="*/ 2353532 w 3308032"/>
              <a:gd name="connsiteY260" fmla="*/ 1063466 h 1458087"/>
              <a:gd name="connsiteX261" fmla="*/ 2326767 w 3308032"/>
              <a:gd name="connsiteY261" fmla="*/ 1061276 h 1458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</a:cxnLst>
            <a:rect l="l" t="t" r="r" b="b"/>
            <a:pathLst>
              <a:path w="3308032" h="1458087">
                <a:moveTo>
                  <a:pt x="542449" y="193453"/>
                </a:moveTo>
                <a:cubicBezTo>
                  <a:pt x="542830" y="180404"/>
                  <a:pt x="543116" y="165640"/>
                  <a:pt x="543401" y="148971"/>
                </a:cubicBezTo>
                <a:lnTo>
                  <a:pt x="541211" y="148971"/>
                </a:lnTo>
                <a:cubicBezTo>
                  <a:pt x="539020" y="156400"/>
                  <a:pt x="536829" y="162877"/>
                  <a:pt x="534924" y="168497"/>
                </a:cubicBezTo>
                <a:cubicBezTo>
                  <a:pt x="532924" y="174117"/>
                  <a:pt x="530733" y="180023"/>
                  <a:pt x="528257" y="186214"/>
                </a:cubicBezTo>
                <a:lnTo>
                  <a:pt x="374618" y="572834"/>
                </a:lnTo>
                <a:lnTo>
                  <a:pt x="310229" y="572834"/>
                </a:lnTo>
                <a:lnTo>
                  <a:pt x="155448" y="189643"/>
                </a:lnTo>
                <a:cubicBezTo>
                  <a:pt x="153448" y="183928"/>
                  <a:pt x="151447" y="178213"/>
                  <a:pt x="149352" y="172307"/>
                </a:cubicBezTo>
                <a:cubicBezTo>
                  <a:pt x="147257" y="166497"/>
                  <a:pt x="144589" y="158687"/>
                  <a:pt x="141351" y="149066"/>
                </a:cubicBezTo>
                <a:lnTo>
                  <a:pt x="139160" y="149066"/>
                </a:lnTo>
                <a:cubicBezTo>
                  <a:pt x="139637" y="164497"/>
                  <a:pt x="140018" y="180023"/>
                  <a:pt x="140303" y="195739"/>
                </a:cubicBezTo>
                <a:cubicBezTo>
                  <a:pt x="140589" y="211455"/>
                  <a:pt x="140684" y="228410"/>
                  <a:pt x="140684" y="246507"/>
                </a:cubicBezTo>
                <a:lnTo>
                  <a:pt x="140684" y="572834"/>
                </a:lnTo>
                <a:lnTo>
                  <a:pt x="55817" y="572834"/>
                </a:lnTo>
                <a:lnTo>
                  <a:pt x="55817" y="39243"/>
                </a:lnTo>
                <a:lnTo>
                  <a:pt x="185642" y="39243"/>
                </a:lnTo>
                <a:lnTo>
                  <a:pt x="322231" y="383381"/>
                </a:lnTo>
                <a:cubicBezTo>
                  <a:pt x="327470" y="396050"/>
                  <a:pt x="331565" y="406813"/>
                  <a:pt x="334709" y="415576"/>
                </a:cubicBezTo>
                <a:cubicBezTo>
                  <a:pt x="337852" y="424339"/>
                  <a:pt x="340805" y="434150"/>
                  <a:pt x="343853" y="444817"/>
                </a:cubicBezTo>
                <a:lnTo>
                  <a:pt x="346043" y="444817"/>
                </a:lnTo>
                <a:cubicBezTo>
                  <a:pt x="350520" y="432911"/>
                  <a:pt x="354520" y="422148"/>
                  <a:pt x="358140" y="412433"/>
                </a:cubicBezTo>
                <a:cubicBezTo>
                  <a:pt x="361760" y="402717"/>
                  <a:pt x="365474" y="392716"/>
                  <a:pt x="369475" y="382334"/>
                </a:cubicBezTo>
                <a:lnTo>
                  <a:pt x="507873" y="39243"/>
                </a:lnTo>
                <a:lnTo>
                  <a:pt x="632555" y="39243"/>
                </a:lnTo>
                <a:lnTo>
                  <a:pt x="632555" y="572834"/>
                </a:lnTo>
                <a:lnTo>
                  <a:pt x="542163" y="572834"/>
                </a:lnTo>
                <a:lnTo>
                  <a:pt x="542163" y="234220"/>
                </a:lnTo>
                <a:cubicBezTo>
                  <a:pt x="542163" y="220123"/>
                  <a:pt x="542354" y="206502"/>
                  <a:pt x="542735" y="193453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33000">
                <a:srgbClr val="FFFFFF"/>
              </a:gs>
              <a:gs pos="69000">
                <a:srgbClr val="D4EC8E"/>
              </a:gs>
            </a:gsLst>
            <a:lin ang="2700000" scaled="0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D3C8DE-A151-6229-4ABB-693D018AB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400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Speaker name or subtitle text</a:t>
            </a:r>
          </a:p>
        </p:txBody>
      </p:sp>
      <p:pic>
        <p:nvPicPr>
          <p:cNvPr id="7" name="MS logo white - EMF" descr="Microsoft logo white text version">
            <a:extLst>
              <a:ext uri="{FF2B5EF4-FFF2-40B4-BE49-F238E27FC236}">
                <a16:creationId xmlns:a16="http://schemas.microsoft.com/office/drawing/2014/main" id="{7402CA17-47CB-D841-851F-EAC4B87C20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b="1" i="0" spc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338554"/>
          </a:xfrm>
        </p:spPr>
        <p:txBody>
          <a:bodyPr/>
          <a:lstStyle>
            <a:lvl1pPr marL="0" indent="0">
              <a:buNone/>
              <a:defRPr sz="22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0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0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55399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55399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 b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263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06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30A553-BFB8-57D4-AE28-9398552BB4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92" y="333"/>
            <a:ext cx="12190815" cy="68573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2179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rgbClr val="091F2C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21792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rgbClr val="091F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13ECED-2129-6B62-31D3-80AD61D9A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rgbClr val="091F2C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 i="0">
                <a:solidFill>
                  <a:schemeClr val="tx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2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2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8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2.sv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9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Pretendard SemiBold" panose="02000503000000020004" pitchFamily="2" charset="-127"/>
          <a:ea typeface="Pretendard SemiBold" panose="02000503000000020004" pitchFamily="2" charset="-127"/>
          <a:cs typeface="Pretendard SemiBold" panose="02000503000000020004" pitchFamily="2" charset="-127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9" r:id="rId46"/>
    <p:sldLayoutId id="2147485600" r:id="rId47"/>
    <p:sldLayoutId id="2147485602" r:id="rId4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Pretendard SemiBold" panose="02000503000000020004" pitchFamily="2" charset="-127"/>
          <a:ea typeface="Pretendard SemiBold" panose="02000503000000020004" pitchFamily="2" charset="-127"/>
          <a:cs typeface="Pretendard SemiBold" panose="02000503000000020004" pitchFamily="2" charset="-127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4.xml"/><Relationship Id="rId4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4.xml"/><Relationship Id="rId4" Type="http://schemas.openxmlformats.org/officeDocument/2006/relationships/image" Target="../media/image3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4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4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4200" y="3012354"/>
            <a:ext cx="5577840" cy="1231106"/>
          </a:xfrm>
        </p:spPr>
        <p:txBody>
          <a:bodyPr/>
          <a:lstStyle/>
          <a:p>
            <a:r>
              <a:rPr lang="en-US" sz="4000" dirty="0">
                <a:ea typeface="+mj-lt"/>
                <a:cs typeface="+mj-lt"/>
              </a:rPr>
              <a:t>Semantic Kernel Workshop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84200" y="4672083"/>
            <a:ext cx="5577840" cy="276999"/>
          </a:xfrm>
        </p:spPr>
        <p:txBody>
          <a:bodyPr/>
          <a:lstStyle/>
          <a:p>
            <a:r>
              <a:rPr lang="ko-KR" altLang="en-US" dirty="0"/>
              <a:t>윤금재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98445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1134E4-B262-0D1F-2787-7C233358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50414"/>
            <a:ext cx="3182027" cy="553998"/>
          </a:xfrm>
        </p:spPr>
        <p:txBody>
          <a:bodyPr/>
          <a:lstStyle/>
          <a:p>
            <a:r>
              <a:rPr lang="ko-KR" altLang="en-US" dirty="0"/>
              <a:t>실습목표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B020C5D-9515-BD39-42E0-93452AB61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617957"/>
            <a:ext cx="6667500" cy="1618905"/>
          </a:xfrm>
        </p:spPr>
        <p:txBody>
          <a:bodyPr/>
          <a:lstStyle/>
          <a:p>
            <a:r>
              <a:rPr lang="ko-KR" altLang="en-US" dirty="0"/>
              <a:t>간단한 콘솔 앱을 개발할 수 있다</a:t>
            </a:r>
            <a:endParaRPr lang="en-US" altLang="ko-KR" dirty="0"/>
          </a:p>
          <a:p>
            <a:r>
              <a:rPr lang="en-US" dirty="0"/>
              <a:t>RAG </a:t>
            </a:r>
            <a:r>
              <a:rPr lang="ko-KR" altLang="en-US" dirty="0"/>
              <a:t>기능을 추가할 수 있다</a:t>
            </a:r>
            <a:endParaRPr lang="en-US" altLang="ko-KR" dirty="0"/>
          </a:p>
          <a:p>
            <a:r>
              <a:rPr lang="ko-KR" altLang="en-US" dirty="0"/>
              <a:t>애플리케이션을 모니터링할 수 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9683776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E89DC-145F-2B9A-82F6-EDF9A7C9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448907-5BEC-8FCF-6C2B-40A0D8DE2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5" y="2426410"/>
            <a:ext cx="8442053" cy="1107996"/>
          </a:xfrm>
        </p:spPr>
        <p:txBody>
          <a:bodyPr/>
          <a:lstStyle/>
          <a:p>
            <a:r>
              <a:rPr lang="en-US" dirty="0"/>
              <a:t>Semantic Kernel</a:t>
            </a:r>
            <a:r>
              <a:rPr lang="ko-KR" altLang="en-US" dirty="0"/>
              <a:t> </a:t>
            </a:r>
            <a:r>
              <a:rPr lang="en-US" altLang="ko-KR" dirty="0"/>
              <a:t>RAG </a:t>
            </a:r>
            <a:r>
              <a:rPr lang="ko-KR" altLang="en-US" dirty="0"/>
              <a:t>확장</a:t>
            </a:r>
            <a:r>
              <a:rPr lang="en-US" altLang="ko-KR" dirty="0"/>
              <a:t> </a:t>
            </a:r>
            <a:r>
              <a:rPr lang="ko-KR" altLang="en-US" dirty="0"/>
              <a:t>및 모니터링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18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3C50D-F56C-7374-1C99-2AC417EE3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7B62E1-4841-1EBA-0EDF-93AFF459D6E9}"/>
              </a:ext>
            </a:extLst>
          </p:cNvPr>
          <p:cNvSpPr txBox="1"/>
          <p:nvPr/>
        </p:nvSpPr>
        <p:spPr>
          <a:xfrm>
            <a:off x="3027325" y="2650113"/>
            <a:ext cx="1495054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KR" sz="11500" dirty="0"/>
              <a:t>🧑🏻‍💻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FA6D94-3E4C-60B1-BD5C-338418654243}"/>
              </a:ext>
            </a:extLst>
          </p:cNvPr>
          <p:cNvSpPr txBox="1"/>
          <p:nvPr/>
        </p:nvSpPr>
        <p:spPr>
          <a:xfrm>
            <a:off x="1453704" y="4598099"/>
            <a:ext cx="4642296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231775" marR="0" indent="-231775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KR" dirty="0"/>
              <a:t>“</a:t>
            </a:r>
            <a:r>
              <a:rPr lang="ko-KR" altLang="en-US" dirty="0"/>
              <a:t>내 친구 전화번호 뭐였지</a:t>
            </a:r>
            <a:r>
              <a:rPr lang="en-US" altLang="ko-KR" dirty="0"/>
              <a:t>?”</a:t>
            </a:r>
            <a:endParaRPr lang="en-KR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22C556-89F0-0F6D-EA84-BEA94B4D2963}"/>
              </a:ext>
            </a:extLst>
          </p:cNvPr>
          <p:cNvSpPr txBox="1"/>
          <p:nvPr/>
        </p:nvSpPr>
        <p:spPr>
          <a:xfrm>
            <a:off x="7669623" y="4516538"/>
            <a:ext cx="1554913" cy="102489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231775" marR="0" indent="-231775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US" altLang="ko-KR" dirty="0"/>
              <a:t>????????</a:t>
            </a:r>
          </a:p>
          <a:p>
            <a:pPr marL="0" indent="0" algn="ctr">
              <a:buNone/>
            </a:pPr>
            <a:r>
              <a:rPr lang="en-US" altLang="ko-KR" dirty="0"/>
              <a:t>(</a:t>
            </a:r>
            <a:r>
              <a:rPr lang="ko-KR" altLang="en-US" dirty="0"/>
              <a:t>모름</a:t>
            </a:r>
            <a:r>
              <a:rPr lang="en-US" altLang="ko-KR" dirty="0"/>
              <a:t>)</a:t>
            </a:r>
            <a:endParaRPr lang="en-KR" dirty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2666DAB-6686-D9ED-6F70-53567D374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0111" y="2542032"/>
            <a:ext cx="1773935" cy="177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7522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6028-CC86-9268-60B5-B3BCB433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711E1C-4BFB-E900-6E94-23F6F152A73C}"/>
              </a:ext>
            </a:extLst>
          </p:cNvPr>
          <p:cNvSpPr txBox="1"/>
          <p:nvPr/>
        </p:nvSpPr>
        <p:spPr>
          <a:xfrm>
            <a:off x="2199933" y="768834"/>
            <a:ext cx="7792133" cy="116031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3200" b="1"/>
              <a:t>RAG</a:t>
            </a:r>
            <a:r>
              <a:rPr lang="en-US" sz="3200" b="1" dirty="0"/>
              <a:t> = Retrieval Augment Generation</a:t>
            </a:r>
          </a:p>
          <a:p>
            <a:r>
              <a:rPr lang="ko-KR" altLang="en-US" sz="3200" b="1" dirty="0"/>
              <a:t>검색 증강 생성</a:t>
            </a:r>
            <a:endParaRPr lang="en-KR" sz="3200" b="1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9669D4-62AE-8DB7-7F95-FE7213E12740}"/>
              </a:ext>
            </a:extLst>
          </p:cNvPr>
          <p:cNvSpPr txBox="1"/>
          <p:nvPr/>
        </p:nvSpPr>
        <p:spPr>
          <a:xfrm>
            <a:off x="1945723" y="5078120"/>
            <a:ext cx="3419353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/>
              <a:t>“</a:t>
            </a:r>
            <a:r>
              <a:rPr lang="ko-KR" altLang="en-US"/>
              <a:t>아 여기있네</a:t>
            </a:r>
            <a:r>
              <a:rPr lang="en-US" altLang="ko-KR" dirty="0"/>
              <a:t>”</a:t>
            </a:r>
            <a:endParaRPr lang="en-KR" dirty="0" err="1"/>
          </a:p>
        </p:txBody>
      </p:sp>
      <p:pic>
        <p:nvPicPr>
          <p:cNvPr id="8" name="Graphic 7" descr="Document outline">
            <a:extLst>
              <a:ext uri="{FF2B5EF4-FFF2-40B4-BE49-F238E27FC236}">
                <a16:creationId xmlns:a16="http://schemas.microsoft.com/office/drawing/2014/main" id="{06D6B60D-2C18-F782-C737-FDF79AB16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1556" y="3145034"/>
            <a:ext cx="1773936" cy="1773936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340CFDB8-1827-3DEC-67AB-8786BAFA8DB8}"/>
              </a:ext>
            </a:extLst>
          </p:cNvPr>
          <p:cNvSpPr/>
          <p:nvPr/>
        </p:nvSpPr>
        <p:spPr bwMode="auto">
          <a:xfrm flipH="1">
            <a:off x="4907280" y="3754093"/>
            <a:ext cx="2377440" cy="555818"/>
          </a:xfrm>
          <a:prstGeom prst="rightArrow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B5551-71AF-1239-71A8-7A1CCF4C5F5C}"/>
              </a:ext>
            </a:extLst>
          </p:cNvPr>
          <p:cNvSpPr txBox="1"/>
          <p:nvPr/>
        </p:nvSpPr>
        <p:spPr>
          <a:xfrm>
            <a:off x="7709554" y="5078120"/>
            <a:ext cx="22379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/>
              <a:t>(</a:t>
            </a:r>
            <a:r>
              <a:rPr lang="ko-KR" altLang="en-US"/>
              <a:t>전화번호부</a:t>
            </a:r>
            <a:r>
              <a:rPr lang="en-US" altLang="ko-KR" dirty="0"/>
              <a:t>)</a:t>
            </a:r>
            <a:endParaRPr lang="en-KR" dirty="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3053A21-CDC3-5987-1102-8B555D7EA7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8431" y="3145034"/>
            <a:ext cx="1773935" cy="177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4804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0E0A6-31DC-8FA9-A2E7-D1F780C1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AED306-23A2-7E07-B8EA-9F2270302E10}"/>
              </a:ext>
            </a:extLst>
          </p:cNvPr>
          <p:cNvSpPr txBox="1"/>
          <p:nvPr/>
        </p:nvSpPr>
        <p:spPr>
          <a:xfrm>
            <a:off x="3776671" y="859868"/>
            <a:ext cx="4638657" cy="129573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514350" indent="-514350">
              <a:buFont typeface="+mj-lt"/>
              <a:buAutoNum type="arabicPeriod"/>
            </a:pPr>
            <a:r>
              <a:rPr lang="ko-KR" altLang="en-US" sz="3600" b="1" dirty="0"/>
              <a:t>최신 데이터 적용</a:t>
            </a:r>
            <a:endParaRPr lang="en-US" altLang="ko-KR" sz="3600" b="1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sz="3600" b="1" dirty="0"/>
              <a:t>보안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 기밀 유지</a:t>
            </a:r>
            <a:endParaRPr lang="en-KR" sz="3600" b="1" dirty="0" err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3DA601-E4FE-705F-3463-8EB1656D2E5A}"/>
              </a:ext>
            </a:extLst>
          </p:cNvPr>
          <p:cNvSpPr txBox="1"/>
          <p:nvPr/>
        </p:nvSpPr>
        <p:spPr>
          <a:xfrm>
            <a:off x="2768399" y="3146400"/>
            <a:ext cx="1495055" cy="17697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KR" sz="11500" dirty="0"/>
              <a:t>🧑🏻‍💻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C34A27-D985-F052-1CD2-CC02F245B07F}"/>
              </a:ext>
            </a:extLst>
          </p:cNvPr>
          <p:cNvSpPr txBox="1"/>
          <p:nvPr/>
        </p:nvSpPr>
        <p:spPr>
          <a:xfrm>
            <a:off x="606322" y="4979816"/>
            <a:ext cx="5819208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KR" dirty="0"/>
              <a:t>“</a:t>
            </a:r>
            <a:r>
              <a:rPr lang="ko-KR" altLang="en-US" dirty="0"/>
              <a:t>이번 달 매출</a:t>
            </a:r>
            <a:r>
              <a:rPr lang="en-US" altLang="ko-KR" dirty="0"/>
              <a:t>,</a:t>
            </a:r>
            <a:r>
              <a:rPr lang="ko-KR" altLang="en-US" dirty="0"/>
              <a:t> 사내 규정</a:t>
            </a:r>
            <a:r>
              <a:rPr lang="en-US" altLang="ko-KR" dirty="0"/>
              <a:t>…</a:t>
            </a:r>
            <a:r>
              <a:rPr lang="ko-KR" altLang="en-US" dirty="0"/>
              <a:t> 알려줘</a:t>
            </a:r>
            <a:r>
              <a:rPr lang="en-US" altLang="ko-KR" dirty="0"/>
              <a:t>”</a:t>
            </a:r>
            <a:endParaRPr lang="en-KR" dirty="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49F0D-A496-7557-CC8A-1EA02651820B}"/>
              </a:ext>
            </a:extLst>
          </p:cNvPr>
          <p:cNvSpPr txBox="1"/>
          <p:nvPr/>
        </p:nvSpPr>
        <p:spPr>
          <a:xfrm>
            <a:off x="8612621" y="4979816"/>
            <a:ext cx="1701706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ko-KR" altLang="en-US"/>
              <a:t>잠시만요</a:t>
            </a:r>
            <a:r>
              <a:rPr lang="en-US" altLang="ko-KR"/>
              <a:t>…</a:t>
            </a:r>
            <a:endParaRPr lang="en-KR" dirty="0" err="1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7EFAA3E-1992-AB67-86FA-76C3DA4FBC8B}"/>
              </a:ext>
            </a:extLst>
          </p:cNvPr>
          <p:cNvGrpSpPr/>
          <p:nvPr/>
        </p:nvGrpSpPr>
        <p:grpSpPr>
          <a:xfrm>
            <a:off x="8075073" y="3146400"/>
            <a:ext cx="2297603" cy="1495055"/>
            <a:chOff x="7933777" y="3386438"/>
            <a:chExt cx="2297603" cy="1495055"/>
          </a:xfrm>
        </p:grpSpPr>
        <p:pic>
          <p:nvPicPr>
            <p:cNvPr id="3" name="Graphic 2" descr="Document outline">
              <a:extLst>
                <a:ext uri="{FF2B5EF4-FFF2-40B4-BE49-F238E27FC236}">
                  <a16:creationId xmlns:a16="http://schemas.microsoft.com/office/drawing/2014/main" id="{3073184C-3310-490E-B816-595E806C6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2178" y="3679364"/>
              <a:ext cx="909202" cy="909202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06694C36-5D45-4351-6B46-29980662C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33777" y="3386438"/>
              <a:ext cx="1495055" cy="1495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704236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9F00F-1482-8B51-1BA4-81CA35558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35AA54-3CD4-9A33-5091-A01ABC6B6143}"/>
              </a:ext>
            </a:extLst>
          </p:cNvPr>
          <p:cNvGrpSpPr/>
          <p:nvPr/>
        </p:nvGrpSpPr>
        <p:grpSpPr>
          <a:xfrm>
            <a:off x="2178553" y="2002600"/>
            <a:ext cx="7834893" cy="2852799"/>
            <a:chOff x="2999361" y="2002598"/>
            <a:chExt cx="7834893" cy="2852799"/>
          </a:xfrm>
        </p:grpSpPr>
        <p:pic>
          <p:nvPicPr>
            <p:cNvPr id="8" name="Graphic 7" descr="Document outline">
              <a:extLst>
                <a:ext uri="{FF2B5EF4-FFF2-40B4-BE49-F238E27FC236}">
                  <a16:creationId xmlns:a16="http://schemas.microsoft.com/office/drawing/2014/main" id="{2D7AD253-DB58-8E87-D416-7011FA6BD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99361" y="2002598"/>
              <a:ext cx="2852799" cy="285279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382C472-23C0-4383-9BCA-BB86F49AB0E3}"/>
                </a:ext>
              </a:extLst>
            </p:cNvPr>
            <p:cNvSpPr txBox="1"/>
            <p:nvPr/>
          </p:nvSpPr>
          <p:spPr>
            <a:xfrm>
              <a:off x="5852160" y="2713416"/>
              <a:ext cx="4982094" cy="1431161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spAutoFit/>
            </a:bodyPr>
            <a:lstStyle>
              <a:defPPr>
                <a:defRPr lang="en-US"/>
              </a:defPPr>
              <a:lvl1pPr marR="0" indent="0" algn="ctr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60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 sz="2800" spc="0" baseline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457200" marR="0" indent="-228600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2000" spc="0" baseline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2pPr>
              <a:lvl3pPr marL="657225" marR="0" indent="-20002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600" spc="0" baseline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3pPr>
              <a:lvl4pPr marL="842963" marR="0" indent="-1809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4pPr>
              <a:lvl5pPr marL="1023938" marR="0" indent="-1682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5pPr>
              <a:lvl6pPr marL="2565040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3031412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97783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964155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en-US" altLang="ko-KR" sz="4000" strike="sngStrike" dirty="0"/>
                <a:t>(</a:t>
              </a:r>
              <a:r>
                <a:rPr lang="ko-KR" altLang="en-US" sz="4000" strike="sngStrike" dirty="0"/>
                <a:t>전화번호부</a:t>
              </a:r>
              <a:r>
                <a:rPr lang="en-US" altLang="ko-KR" sz="4000" strike="sngStrike" dirty="0"/>
                <a:t>)</a:t>
              </a:r>
            </a:p>
            <a:p>
              <a:r>
                <a:rPr lang="ko-KR" altLang="en-US" sz="4000" b="1" dirty="0"/>
                <a:t>벡터 데이터베이스</a:t>
              </a:r>
              <a:endParaRPr lang="en-KR" sz="4000" b="1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27448677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7732-8B04-8F9D-4B31-99A04A4C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F3D99-BC65-8C94-E60B-B45620F3D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379" y="761546"/>
            <a:ext cx="5799241" cy="5334907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38397992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2F36-1ED2-814D-8944-31EC395E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C369EE63-9D96-37FD-61E2-94C1F4D6C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400" y="2529000"/>
            <a:ext cx="1800000" cy="18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ACC5DF-529C-319C-AAC5-0B3BCF836277}"/>
              </a:ext>
            </a:extLst>
          </p:cNvPr>
          <p:cNvSpPr txBox="1"/>
          <p:nvPr/>
        </p:nvSpPr>
        <p:spPr>
          <a:xfrm>
            <a:off x="-14316" y="4599185"/>
            <a:ext cx="3825432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231775" marR="0" indent="-231775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US" dirty="0"/>
              <a:t>Azure Cosmos DB</a:t>
            </a:r>
            <a:endParaRPr lang="en-KR" dirty="0" err="1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2022456-74FE-E859-07C9-4A112CCF34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3963" y="2529000"/>
            <a:ext cx="1800000" cy="180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0CE37B-D74C-E691-6170-E859EDC21CEC}"/>
              </a:ext>
            </a:extLst>
          </p:cNvPr>
          <p:cNvSpPr txBox="1"/>
          <p:nvPr/>
        </p:nvSpPr>
        <p:spPr>
          <a:xfrm>
            <a:off x="8969346" y="4599187"/>
            <a:ext cx="2449234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231775" marR="0" indent="-231775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US" dirty="0"/>
              <a:t>Elastic Search</a:t>
            </a:r>
            <a:endParaRPr lang="en-KR" dirty="0" err="1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5E6FD56-6BE0-E102-450E-4B5DAF47D3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5200" y="2529000"/>
            <a:ext cx="1800000" cy="180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4A7527-F8B8-10E5-20D1-30976D0C7B1F}"/>
              </a:ext>
            </a:extLst>
          </p:cNvPr>
          <p:cNvSpPr txBox="1"/>
          <p:nvPr/>
        </p:nvSpPr>
        <p:spPr>
          <a:xfrm>
            <a:off x="6391098" y="4599187"/>
            <a:ext cx="2208204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231775" marR="0" indent="-231775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US" dirty="0"/>
              <a:t>Mongo DB</a:t>
            </a:r>
            <a:endParaRPr lang="en-KR" dirty="0" err="1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CA198E5-BF39-1738-09CB-B354203C34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96437" y="2529000"/>
            <a:ext cx="1800000" cy="180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6A9BFE-076E-CDD0-D55E-3976EFEB5AF8}"/>
              </a:ext>
            </a:extLst>
          </p:cNvPr>
          <p:cNvSpPr txBox="1"/>
          <p:nvPr/>
        </p:nvSpPr>
        <p:spPr>
          <a:xfrm>
            <a:off x="4121780" y="4599185"/>
            <a:ext cx="1349313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231775" marR="0" indent="-231775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US" dirty="0"/>
              <a:t>Redis</a:t>
            </a:r>
            <a:endParaRPr lang="en-KR" dirty="0" err="1"/>
          </a:p>
        </p:txBody>
      </p:sp>
    </p:spTree>
    <p:extLst>
      <p:ext uri="{BB962C8B-B14F-4D97-AF65-F5344CB8AC3E}">
        <p14:creationId xmlns:p14="http://schemas.microsoft.com/office/powerpoint/2010/main" val="173940242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78D3-4941-01FC-7A95-759F1D23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D2A778-A43E-401F-E910-74181B557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321" y="2122749"/>
            <a:ext cx="7772400" cy="39079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229106-C396-BA94-2502-81ABE56A7091}"/>
              </a:ext>
            </a:extLst>
          </p:cNvPr>
          <p:cNvSpPr txBox="1"/>
          <p:nvPr/>
        </p:nvSpPr>
        <p:spPr>
          <a:xfrm>
            <a:off x="1438412" y="827341"/>
            <a:ext cx="9778228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4000" strike="sngStrike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b="1" strike="noStrike" dirty="0"/>
              <a:t>.NET </a:t>
            </a:r>
            <a:r>
              <a:rPr lang="en-US" b="1" strike="noStrike"/>
              <a:t>Aspire Dashboard</a:t>
            </a:r>
            <a:r>
              <a:rPr lang="ko-KR" altLang="en-US" b="1" strike="noStrike"/>
              <a:t>를</a:t>
            </a:r>
            <a:r>
              <a:rPr lang="ko-KR" altLang="en-US" b="1" strike="noStrike" dirty="0"/>
              <a:t> 통한 모니터링</a:t>
            </a:r>
            <a:endParaRPr lang="en-KR" b="1" strike="noStrike" dirty="0" err="1"/>
          </a:p>
        </p:txBody>
      </p:sp>
    </p:spTree>
    <p:extLst>
      <p:ext uri="{BB962C8B-B14F-4D97-AF65-F5344CB8AC3E}">
        <p14:creationId xmlns:p14="http://schemas.microsoft.com/office/powerpoint/2010/main" val="14223136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F7A1-FC32-54D1-643E-4B25EAD2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36CD7A-DE27-315A-2797-BA45792679BD}"/>
              </a:ext>
            </a:extLst>
          </p:cNvPr>
          <p:cNvSpPr txBox="1"/>
          <p:nvPr/>
        </p:nvSpPr>
        <p:spPr>
          <a:xfrm>
            <a:off x="1438412" y="827341"/>
            <a:ext cx="9778228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4000" strike="sngStrike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b="1" strike="noStrike" dirty="0"/>
              <a:t>.NET </a:t>
            </a:r>
            <a:r>
              <a:rPr lang="en-US" b="1" strike="noStrike"/>
              <a:t>Aspire Dashboard</a:t>
            </a:r>
            <a:r>
              <a:rPr lang="ko-KR" altLang="en-US" b="1" strike="noStrike"/>
              <a:t>를</a:t>
            </a:r>
            <a:r>
              <a:rPr lang="ko-KR" altLang="en-US" b="1" strike="noStrike" dirty="0"/>
              <a:t> 통한 모니터링</a:t>
            </a:r>
            <a:endParaRPr lang="en-KR" b="1" strike="noStrike" dirty="0" err="1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DD04C4-D399-F383-250F-45952D17E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321" y="2122749"/>
            <a:ext cx="7772400" cy="390791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DAFD0B5-4C17-9937-4F54-C250C5C99236}"/>
              </a:ext>
            </a:extLst>
          </p:cNvPr>
          <p:cNvSpPr/>
          <p:nvPr/>
        </p:nvSpPr>
        <p:spPr bwMode="auto">
          <a:xfrm>
            <a:off x="2087697" y="1622877"/>
            <a:ext cx="8827008" cy="4596384"/>
          </a:xfrm>
          <a:prstGeom prst="rect">
            <a:avLst/>
          </a:prstGeom>
          <a:solidFill>
            <a:schemeClr val="dk1">
              <a:alpha val="77822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28954B3-EB69-CA21-A53E-F2A3F1AC2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9733" y="2898281"/>
            <a:ext cx="2045575" cy="2045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722B21-49A6-CEE1-8A2F-676235EB22CF}"/>
              </a:ext>
            </a:extLst>
          </p:cNvPr>
          <p:cNvSpPr txBox="1"/>
          <p:nvPr/>
        </p:nvSpPr>
        <p:spPr>
          <a:xfrm>
            <a:off x="4473703" y="5235123"/>
            <a:ext cx="3707646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4000" strike="sngStrike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b="1" strike="noStrike" dirty="0" err="1"/>
              <a:t>OpenTelemetry</a:t>
            </a:r>
            <a:endParaRPr lang="en-KR" b="1" strike="noStrike" dirty="0" err="1"/>
          </a:p>
        </p:txBody>
      </p:sp>
    </p:spTree>
    <p:extLst>
      <p:ext uri="{BB962C8B-B14F-4D97-AF65-F5344CB8AC3E}">
        <p14:creationId xmlns:p14="http://schemas.microsoft.com/office/powerpoint/2010/main" val="56268282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28D20-157C-E0E0-5D6B-34F33E30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CE3B47-CC99-16E0-A992-E492DD750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08" y="531876"/>
            <a:ext cx="12198417" cy="579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2185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17EC-3A60-4E30-EA90-E258C7C9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DEF782-C6CF-B41B-DAA3-8EA2D49F2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08" y="531876"/>
            <a:ext cx="12198417" cy="579424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E5E5330-4D6C-179E-A345-FA04AF477482}"/>
              </a:ext>
            </a:extLst>
          </p:cNvPr>
          <p:cNvSpPr/>
          <p:nvPr/>
        </p:nvSpPr>
        <p:spPr bwMode="auto">
          <a:xfrm>
            <a:off x="9521952" y="1726692"/>
            <a:ext cx="1767840" cy="4599432"/>
          </a:xfrm>
          <a:prstGeom prst="ellipse">
            <a:avLst/>
          </a:prstGeom>
          <a:noFill/>
          <a:ln w="34925">
            <a:solidFill>
              <a:srgbClr val="FF5C3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28595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248A-7D06-39DD-3568-B3E73F77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A21375-0E7F-AE16-A690-1DBD79D87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" y="369284"/>
            <a:ext cx="12181764" cy="611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7897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21C5-6C8A-A025-FB75-D5A3DEF87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C83F1E-78A6-F22C-0E6B-CBB233CFD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73" y="360807"/>
            <a:ext cx="12196546" cy="613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3484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2674-31A6-6148-29F8-487B4F8E2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D7B6CE-E990-B7F8-E9E4-0FA7F6000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73" y="360807"/>
            <a:ext cx="12196546" cy="613638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E6FA68D-8D0B-BAD5-F2DD-ACC139324CF4}"/>
              </a:ext>
            </a:extLst>
          </p:cNvPr>
          <p:cNvSpPr/>
          <p:nvPr/>
        </p:nvSpPr>
        <p:spPr bwMode="auto">
          <a:xfrm>
            <a:off x="9521952" y="4462272"/>
            <a:ext cx="2353056" cy="621792"/>
          </a:xfrm>
          <a:prstGeom prst="ellipse">
            <a:avLst/>
          </a:prstGeom>
          <a:noFill/>
          <a:ln w="34925">
            <a:solidFill>
              <a:srgbClr val="FF5C3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4BE9B4-A951-3B68-1B54-3B158B5E9E68}"/>
              </a:ext>
            </a:extLst>
          </p:cNvPr>
          <p:cNvSpPr/>
          <p:nvPr/>
        </p:nvSpPr>
        <p:spPr bwMode="auto">
          <a:xfrm>
            <a:off x="9521952" y="5572221"/>
            <a:ext cx="2353056" cy="621792"/>
          </a:xfrm>
          <a:prstGeom prst="ellipse">
            <a:avLst/>
          </a:prstGeom>
          <a:noFill/>
          <a:ln w="34925">
            <a:solidFill>
              <a:srgbClr val="FF5C3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KR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19695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1D62-5CCE-01AB-D71F-797606626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4BFB85-CCC4-00A9-4D65-6F0A68927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" y="371666"/>
            <a:ext cx="12191242" cy="611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126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9A98-160B-1D04-41BC-00BF0E59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4369781-FD1A-0F85-A7FA-94068FDF7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476"/>
            <a:ext cx="12192000" cy="611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4753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A7C4-D579-7A06-5682-52A6BF6C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85948D35-9C7B-27D4-F717-FC86C2964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154" y="2215056"/>
            <a:ext cx="2427888" cy="2427888"/>
          </a:xfrm>
          <a:prstGeom prst="rect">
            <a:avLst/>
          </a:prstGeom>
        </p:spPr>
      </p:pic>
      <p:pic>
        <p:nvPicPr>
          <p:cNvPr id="1026" name="Picture 2" descr="Aspire Dashboard for OpenTelemetry">
            <a:extLst>
              <a:ext uri="{FF2B5EF4-FFF2-40B4-BE49-F238E27FC236}">
                <a16:creationId xmlns:a16="http://schemas.microsoft.com/office/drawing/2014/main" id="{AC3F371B-94A9-884C-83B1-A50DB360F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274" y="2122213"/>
            <a:ext cx="2613573" cy="261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103739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FC6A-FFFA-B5C0-5F89-5F4BE083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E614-CE62-74D6-7C8E-16BA12BB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869828"/>
            <a:ext cx="6217920" cy="1661993"/>
          </a:xfrm>
        </p:spPr>
        <p:txBody>
          <a:bodyPr/>
          <a:lstStyle/>
          <a:p>
            <a:r>
              <a:rPr lang="ko-KR" altLang="en-US" dirty="0"/>
              <a:t>실습</a:t>
            </a:r>
            <a:r>
              <a:rPr lang="en-US" dirty="0"/>
              <a:t> #4:</a:t>
            </a:r>
            <a:br>
              <a:rPr lang="en-US" dirty="0"/>
            </a:br>
            <a:r>
              <a:rPr lang="en-US" dirty="0"/>
              <a:t>Semantic Kernel</a:t>
            </a:r>
            <a:br>
              <a:rPr lang="en-AU" altLang="ko-KR" dirty="0"/>
            </a:br>
            <a:r>
              <a:rPr lang="en-AU" altLang="ko-KR" dirty="0"/>
              <a:t>RAG </a:t>
            </a:r>
            <a:r>
              <a:rPr lang="ko-KR" altLang="en-US" dirty="0"/>
              <a:t>확장 및 모니터링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C69B5-EEF0-4FE1-9AC2-2EEDFB2E625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윤금재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79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4200" y="3012354"/>
            <a:ext cx="5577840" cy="1231106"/>
          </a:xfrm>
        </p:spPr>
        <p:txBody>
          <a:bodyPr/>
          <a:lstStyle/>
          <a:p>
            <a:r>
              <a:rPr lang="en-US" sz="4000" dirty="0">
                <a:ea typeface="+mj-lt"/>
                <a:cs typeface="+mj-lt"/>
              </a:rPr>
              <a:t>Semantic Kernel Workshop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84200" y="4672083"/>
            <a:ext cx="5577840" cy="276999"/>
          </a:xfrm>
        </p:spPr>
        <p:txBody>
          <a:bodyPr/>
          <a:lstStyle/>
          <a:p>
            <a:r>
              <a:rPr lang="ko-KR" altLang="en-US" dirty="0"/>
              <a:t>윤금재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71948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AI Tour 16:9 Template Light">
  <a:themeElements>
    <a:clrScheme name="Custom 193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8661C5"/>
      </a:accent1>
      <a:accent2>
        <a:srgbClr val="0078D4"/>
      </a:accent2>
      <a:accent3>
        <a:srgbClr val="8DE971"/>
      </a:accent3>
      <a:accent4>
        <a:srgbClr val="8C8279"/>
      </a:accent4>
      <a:accent5>
        <a:srgbClr val="463668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_2024_16-9 Event-template.potx  -  Read-Only" id="{EF31A9D9-AF26-4F74-B8BA-20B85FC95ECA}" vid="{80832C1F-E082-45FE-8D95-4D501AE495EF}"/>
    </a:ext>
  </a:extLst>
</a:theme>
</file>

<file path=ppt/theme/theme2.xml><?xml version="1.0" encoding="utf-8"?>
<a:theme xmlns:a="http://schemas.openxmlformats.org/drawingml/2006/main" name="Microsoft AI Tour 16:9 Template Dark">
  <a:themeElements>
    <a:clrScheme name="Custom 197">
      <a:dk1>
        <a:srgbClr val="091F2C"/>
      </a:dk1>
      <a:lt1>
        <a:srgbClr val="FFFFFF"/>
      </a:lt1>
      <a:dk2>
        <a:srgbClr val="091F2C"/>
      </a:dk2>
      <a:lt2>
        <a:srgbClr val="E8E6DF"/>
      </a:lt2>
      <a:accent1>
        <a:srgbClr val="C5B4E3"/>
      </a:accent1>
      <a:accent2>
        <a:srgbClr val="0078D4"/>
      </a:accent2>
      <a:accent3>
        <a:srgbClr val="8DE971"/>
      </a:accent3>
      <a:accent4>
        <a:srgbClr val="D7D2CB"/>
      </a:accent4>
      <a:accent5>
        <a:srgbClr val="8661C5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_2024_16-9 Event-template.potx  -  Read-Only" id="{EF31A9D9-AF26-4F74-B8BA-20B85FC95ECA}" vid="{E5E340B4-A45D-471E-85C3-F0DBDFE9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1469</Words>
  <Application>Microsoft Macintosh PowerPoint</Application>
  <PresentationFormat>Widescreen</PresentationFormat>
  <Paragraphs>189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D2Coding</vt:lpstr>
      <vt:lpstr>Pretendard</vt:lpstr>
      <vt:lpstr>Pretendard SemiBold</vt:lpstr>
      <vt:lpstr>Arial</vt:lpstr>
      <vt:lpstr>Consolas</vt:lpstr>
      <vt:lpstr>Segoe UI</vt:lpstr>
      <vt:lpstr>Wingdings</vt:lpstr>
      <vt:lpstr>Microsoft AI Tour 16:9 Template Light</vt:lpstr>
      <vt:lpstr>Microsoft AI Tour 16:9 Template Dark</vt:lpstr>
      <vt:lpstr>Semantic Kernel Workshop</vt:lpstr>
      <vt:lpstr>실습목표</vt:lpstr>
      <vt:lpstr>Semantic Kernel RAG 확장 및 모니터링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실습 #4: Semantic Kernel RAG 확장 및 모니터링</vt:lpstr>
      <vt:lpstr>Semantic Kernel Workshop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2025-02-09T04:54:25Z</dcterms:created>
  <dcterms:modified xsi:type="dcterms:W3CDTF">2025-02-18T03:38:35Z</dcterms:modified>
</cp:coreProperties>
</file>